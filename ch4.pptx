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51" r:id="rId6"/>
    <p:sldMasterId id="2147483654" r:id="rId7"/>
    <p:sldMasterId id="2147483668" r:id="rId8"/>
    <p:sldMasterId id="2147483671" r:id="rId9"/>
    <p:sldMasterId id="2147483674" r:id="rId10"/>
    <p:sldMasterId id="2147483679" r:id="rId11"/>
  </p:sldMasterIdLst>
  <p:notesMasterIdLst>
    <p:notesMasterId r:id="rId12"/>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 id="309" r:id="rId66"/>
    <p:sldId id="310" r:id="rId67"/>
    <p:sldId id="311" r:id="rId68"/>
    <p:sldId id="312" r:id="rId69"/>
    <p:sldId id="313" r:id="rId70"/>
    <p:sldId id="314" r:id="rId71"/>
  </p:sldIdLst>
  <p:sldSz cy="6858000" cx="12192000"/>
  <p:notesSz cx="7315200" cy="96012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2D200454-40CA-4A62-9FC3-DE9A4176ACB9}">
      <p15:notesGuideLst>
        <p15:guide id="1" orient="horz" pos="3024">
          <p15:clr>
            <a:srgbClr val="A4A3A4"/>
          </p15:clr>
        </p15:guide>
        <p15:guide id="2" pos="2304">
          <p15:clr>
            <a:srgbClr val="A4A3A4"/>
          </p15:clr>
        </p15:guide>
      </p15:notesGuideLst>
    </p:ext>
    <p:ext uri="GoogleSlidesCustomDataVersion2">
      <go:slidesCustomData xmlns:go="http://customooxmlschemas.google.com/" r:id="rId72" roundtripDataSignature="AMtx7mi1FPuksKbiv5wVQgkV3UzRjd1t7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5E0423B-A8D1-4385-9074-894E6EF90EFB}">
  <a:tblStyle styleId="{55E0423B-A8D1-4385-9074-894E6EF90EF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notesViewPr>
    <p:cSldViewPr snapToGrid="0">
      <p:cViewPr varScale="1">
        <p:scale>
          <a:sx n="100" d="100"/>
          <a:sy n="100" d="100"/>
        </p:scale>
        <p:origin x="0" y="0"/>
      </p:cViewPr>
      <p:guideLst>
        <p:guide pos="3024" orient="horz"/>
        <p:guide pos="2304"/>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28.xml"/><Relationship Id="rId42" Type="http://schemas.openxmlformats.org/officeDocument/2006/relationships/slide" Target="slides/slide30.xml"/><Relationship Id="rId41" Type="http://schemas.openxmlformats.org/officeDocument/2006/relationships/slide" Target="slides/slide29.xml"/><Relationship Id="rId44" Type="http://schemas.openxmlformats.org/officeDocument/2006/relationships/slide" Target="slides/slide32.xml"/><Relationship Id="rId43" Type="http://schemas.openxmlformats.org/officeDocument/2006/relationships/slide" Target="slides/slide31.xml"/><Relationship Id="rId46" Type="http://schemas.openxmlformats.org/officeDocument/2006/relationships/slide" Target="slides/slide34.xml"/><Relationship Id="rId45" Type="http://schemas.openxmlformats.org/officeDocument/2006/relationships/slide" Target="slides/slide33.xml"/><Relationship Id="rId1" Type="http://schemas.openxmlformats.org/officeDocument/2006/relationships/theme" Target="theme/theme8.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slide" Target="slides/slide36.xml"/><Relationship Id="rId47" Type="http://schemas.openxmlformats.org/officeDocument/2006/relationships/slide" Target="slides/slide35.xml"/><Relationship Id="rId49" Type="http://schemas.openxmlformats.org/officeDocument/2006/relationships/slide" Target="slides/slide37.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72" Type="http://customschemas.google.com/relationships/presentationmetadata" Target="metadata"/><Relationship Id="rId31" Type="http://schemas.openxmlformats.org/officeDocument/2006/relationships/slide" Target="slides/slide19.xml"/><Relationship Id="rId30" Type="http://schemas.openxmlformats.org/officeDocument/2006/relationships/slide" Target="slides/slide18.xml"/><Relationship Id="rId33" Type="http://schemas.openxmlformats.org/officeDocument/2006/relationships/slide" Target="slides/slide21.xml"/><Relationship Id="rId32" Type="http://schemas.openxmlformats.org/officeDocument/2006/relationships/slide" Target="slides/slide20.xml"/><Relationship Id="rId35" Type="http://schemas.openxmlformats.org/officeDocument/2006/relationships/slide" Target="slides/slide23.xml"/><Relationship Id="rId34" Type="http://schemas.openxmlformats.org/officeDocument/2006/relationships/slide" Target="slides/slide22.xml"/><Relationship Id="rId71" Type="http://schemas.openxmlformats.org/officeDocument/2006/relationships/slide" Target="slides/slide59.xml"/><Relationship Id="rId70" Type="http://schemas.openxmlformats.org/officeDocument/2006/relationships/slide" Target="slides/slide58.xml"/><Relationship Id="rId37" Type="http://schemas.openxmlformats.org/officeDocument/2006/relationships/slide" Target="slides/slide25.xml"/><Relationship Id="rId36" Type="http://schemas.openxmlformats.org/officeDocument/2006/relationships/slide" Target="slides/slide24.xml"/><Relationship Id="rId39" Type="http://schemas.openxmlformats.org/officeDocument/2006/relationships/slide" Target="slides/slide27.xml"/><Relationship Id="rId38" Type="http://schemas.openxmlformats.org/officeDocument/2006/relationships/slide" Target="slides/slide26.xml"/><Relationship Id="rId62" Type="http://schemas.openxmlformats.org/officeDocument/2006/relationships/slide" Target="slides/slide50.xml"/><Relationship Id="rId61" Type="http://schemas.openxmlformats.org/officeDocument/2006/relationships/slide" Target="slides/slide49.xml"/><Relationship Id="rId20" Type="http://schemas.openxmlformats.org/officeDocument/2006/relationships/slide" Target="slides/slide8.xml"/><Relationship Id="rId64" Type="http://schemas.openxmlformats.org/officeDocument/2006/relationships/slide" Target="slides/slide52.xml"/><Relationship Id="rId63" Type="http://schemas.openxmlformats.org/officeDocument/2006/relationships/slide" Target="slides/slide51.xml"/><Relationship Id="rId22" Type="http://schemas.openxmlformats.org/officeDocument/2006/relationships/slide" Target="slides/slide10.xml"/><Relationship Id="rId66" Type="http://schemas.openxmlformats.org/officeDocument/2006/relationships/slide" Target="slides/slide54.xml"/><Relationship Id="rId21" Type="http://schemas.openxmlformats.org/officeDocument/2006/relationships/slide" Target="slides/slide9.xml"/><Relationship Id="rId65" Type="http://schemas.openxmlformats.org/officeDocument/2006/relationships/slide" Target="slides/slide53.xml"/><Relationship Id="rId24" Type="http://schemas.openxmlformats.org/officeDocument/2006/relationships/slide" Target="slides/slide12.xml"/><Relationship Id="rId68" Type="http://schemas.openxmlformats.org/officeDocument/2006/relationships/slide" Target="slides/slide56.xml"/><Relationship Id="rId23" Type="http://schemas.openxmlformats.org/officeDocument/2006/relationships/slide" Target="slides/slide11.xml"/><Relationship Id="rId67" Type="http://schemas.openxmlformats.org/officeDocument/2006/relationships/slide" Target="slides/slide55.xml"/><Relationship Id="rId60" Type="http://schemas.openxmlformats.org/officeDocument/2006/relationships/slide" Target="slides/slide48.xml"/><Relationship Id="rId26" Type="http://schemas.openxmlformats.org/officeDocument/2006/relationships/slide" Target="slides/slide14.xml"/><Relationship Id="rId25" Type="http://schemas.openxmlformats.org/officeDocument/2006/relationships/slide" Target="slides/slide13.xml"/><Relationship Id="rId69" Type="http://schemas.openxmlformats.org/officeDocument/2006/relationships/slide" Target="slides/slide57.xml"/><Relationship Id="rId28" Type="http://schemas.openxmlformats.org/officeDocument/2006/relationships/slide" Target="slides/slide16.xml"/><Relationship Id="rId27" Type="http://schemas.openxmlformats.org/officeDocument/2006/relationships/slide" Target="slides/slide15.xml"/><Relationship Id="rId29" Type="http://schemas.openxmlformats.org/officeDocument/2006/relationships/slide" Target="slides/slide17.xml"/><Relationship Id="rId51" Type="http://schemas.openxmlformats.org/officeDocument/2006/relationships/slide" Target="slides/slide39.xml"/><Relationship Id="rId50" Type="http://schemas.openxmlformats.org/officeDocument/2006/relationships/slide" Target="slides/slide38.xml"/><Relationship Id="rId53" Type="http://schemas.openxmlformats.org/officeDocument/2006/relationships/slide" Target="slides/slide41.xml"/><Relationship Id="rId52" Type="http://schemas.openxmlformats.org/officeDocument/2006/relationships/slide" Target="slides/slide40.xml"/><Relationship Id="rId11" Type="http://schemas.openxmlformats.org/officeDocument/2006/relationships/slideMaster" Target="slideMasters/slideMaster7.xml"/><Relationship Id="rId55" Type="http://schemas.openxmlformats.org/officeDocument/2006/relationships/slide" Target="slides/slide43.xml"/><Relationship Id="rId10" Type="http://schemas.openxmlformats.org/officeDocument/2006/relationships/slideMaster" Target="slideMasters/slideMaster6.xml"/><Relationship Id="rId54" Type="http://schemas.openxmlformats.org/officeDocument/2006/relationships/slide" Target="slides/slide42.xml"/><Relationship Id="rId13" Type="http://schemas.openxmlformats.org/officeDocument/2006/relationships/slide" Target="slides/slide1.xml"/><Relationship Id="rId57" Type="http://schemas.openxmlformats.org/officeDocument/2006/relationships/slide" Target="slides/slide45.xml"/><Relationship Id="rId12" Type="http://schemas.openxmlformats.org/officeDocument/2006/relationships/notesMaster" Target="notesMasters/notesMaster1.xml"/><Relationship Id="rId56" Type="http://schemas.openxmlformats.org/officeDocument/2006/relationships/slide" Target="slides/slide44.xml"/><Relationship Id="rId15" Type="http://schemas.openxmlformats.org/officeDocument/2006/relationships/slide" Target="slides/slide3.xml"/><Relationship Id="rId59" Type="http://schemas.openxmlformats.org/officeDocument/2006/relationships/slide" Target="slides/slide47.xml"/><Relationship Id="rId14" Type="http://schemas.openxmlformats.org/officeDocument/2006/relationships/slide" Target="slides/slide2.xml"/><Relationship Id="rId58" Type="http://schemas.openxmlformats.org/officeDocument/2006/relationships/slide" Target="slides/slide46.xml"/><Relationship Id="rId17" Type="http://schemas.openxmlformats.org/officeDocument/2006/relationships/slide" Target="slides/slide5.xml"/><Relationship Id="rId16" Type="http://schemas.openxmlformats.org/officeDocument/2006/relationships/slide" Target="slides/slide4.xml"/><Relationship Id="rId19" Type="http://schemas.openxmlformats.org/officeDocument/2006/relationships/slide" Target="slides/slide7.xml"/><Relationship Id="rId1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69920" cy="480060"/>
          </a:xfrm>
          <a:prstGeom prst="rect">
            <a:avLst/>
          </a:prstGeom>
          <a:noFill/>
          <a:ln>
            <a:noFill/>
          </a:ln>
        </p:spPr>
        <p:txBody>
          <a:bodyPr anchorCtr="0" anchor="t" bIns="48325" lIns="96650" spcFirstLastPara="1" rIns="96650" wrap="square" tIns="48325">
            <a:noAutofit/>
          </a:bodyPr>
          <a:lstStyle>
            <a:lvl1pPr lvl="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143587" y="0"/>
            <a:ext cx="3169920" cy="480060"/>
          </a:xfrm>
          <a:prstGeom prst="rect">
            <a:avLst/>
          </a:prstGeom>
          <a:noFill/>
          <a:ln>
            <a:noFill/>
          </a:ln>
        </p:spPr>
        <p:txBody>
          <a:bodyPr anchorCtr="0" anchor="t" bIns="48325" lIns="96650" spcFirstLastPara="1" rIns="96650" wrap="square" tIns="48325">
            <a:noAutofit/>
          </a:bodyPr>
          <a:lstStyle>
            <a:lvl1pPr lvl="0" marR="0" rtl="0" algn="r">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19474"/>
            <a:ext cx="3169920" cy="480060"/>
          </a:xfrm>
          <a:prstGeom prst="rect">
            <a:avLst/>
          </a:prstGeom>
          <a:noFill/>
          <a:ln>
            <a:noFill/>
          </a:ln>
        </p:spPr>
        <p:txBody>
          <a:bodyPr anchorCtr="0" anchor="b" bIns="48325" lIns="96650" spcFirstLastPara="1" rIns="96650" wrap="square" tIns="48325">
            <a:noAutofit/>
          </a:bodyPr>
          <a:lstStyle>
            <a:lvl1pPr lvl="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marR="0" rtl="0" algn="r">
              <a:spcBef>
                <a:spcPts val="0"/>
              </a:spcBef>
              <a:spcAft>
                <a:spcPts val="0"/>
              </a:spcAft>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08" name="Google Shape;208;p1: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2: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18" name="Google Shape;218;p2: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3: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26" name="Google Shape;226;p3: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4: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34" name="Google Shape;234;p4: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5: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42" name="Google Shape;242;p5: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6: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50" name="Google Shape;250;p6: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7: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58" name="Google Shape;258;p7: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8: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67" name="Google Shape;267;p8: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9: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76" name="Google Shape;276;p9: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0: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85" name="Google Shape;285;p10: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1: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93" name="Google Shape;293;p11: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2: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02" name="Google Shape;302;p12: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3: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10" name="Google Shape;310;p13: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4: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18" name="Google Shape;318;p14: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5: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26" name="Google Shape;326;p15: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6: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34" name="Google Shape;334;p16: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7: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42" name="Google Shape;342;p17: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8: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50" name="Google Shape;350;p18: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9: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58" name="Google Shape;358;p19: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0: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66" name="Google Shape;366;p20: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1: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74" name="Google Shape;374;p21: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2: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82" name="Google Shape;382;p22: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3: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90" name="Google Shape;390;p23: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24: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98" name="Google Shape;398;p24: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25: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406" name="Google Shape;406;p25: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26: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414" name="Google Shape;414;p26: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7: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422" name="Google Shape;422;p27: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28: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430" name="Google Shape;430;p28: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29: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438" name="Google Shape;438;p29: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30: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446" name="Google Shape;446;p30: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31: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454" name="Google Shape;454;p31: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32: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462" name="Google Shape;462;p32: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3: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470" name="Google Shape;470;p33: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34: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478" name="Google Shape;478;p34: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35: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486" name="Google Shape;486;p35: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36: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494" name="Google Shape;494;p36: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37: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503" name="Google Shape;503;p37: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38: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512" name="Google Shape;512;p38: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39: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521" name="Google Shape;521;p39: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40: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529" name="Google Shape;529;p40: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41: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537" name="Google Shape;537;p41: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42: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545" name="Google Shape;545;p42: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43: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553" name="Google Shape;553;p43: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44: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561" name="Google Shape;561;p44: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45: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569" name="Google Shape;569;p45: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46: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577" name="Google Shape;577;p46: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47: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585" name="Google Shape;585;p47: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48: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593" name="Google Shape;593;p48: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49: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601" name="Google Shape;601;p49: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50: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609" name="Google Shape;609;p50: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51: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617" name="Google Shape;617;p51: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52: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625" name="Google Shape;625;p52: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53: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633" name="Google Shape;633;p53: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54: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641" name="Google Shape;641;p54: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55: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649" name="Google Shape;649;p55: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56: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657" name="Google Shape;657;p56: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57: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665" name="Google Shape;665;p57: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58: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673" name="Google Shape;673;p58: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59: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681" name="Google Shape;681;p59:notes"/>
          <p:cNvSpPr/>
          <p:nvPr>
            <p:ph idx="2" type="sldImg"/>
          </p:nvPr>
        </p:nvSpPr>
        <p:spPr>
          <a:xfrm>
            <a:off x="457200" y="720725"/>
            <a:ext cx="64008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er: Version A">
  <p:cSld name="Opener: Version A">
    <p:spTree>
      <p:nvGrpSpPr>
        <p:cNvPr id="11" name="Shape 11"/>
        <p:cNvGrpSpPr/>
        <p:nvPr/>
      </p:nvGrpSpPr>
      <p:grpSpPr>
        <a:xfrm>
          <a:off x="0" y="0"/>
          <a:ext cx="0" cy="0"/>
          <a:chOff x="0" y="0"/>
          <a:chExt cx="0" cy="0"/>
        </a:xfrm>
      </p:grpSpPr>
      <p:sp>
        <p:nvSpPr>
          <p:cNvPr id="12" name="Google Shape;12;p61"/>
          <p:cNvSpPr txBox="1"/>
          <p:nvPr>
            <p:ph type="title"/>
          </p:nvPr>
        </p:nvSpPr>
        <p:spPr>
          <a:xfrm>
            <a:off x="203200" y="365126"/>
            <a:ext cx="11785600" cy="1387475"/>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chemeClr val="dk1"/>
              </a:buClr>
              <a:buSzPts val="6200"/>
              <a:buFont typeface="Calibri"/>
              <a:buNone/>
              <a:defRPr b="0" i="0" sz="6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61"/>
          <p:cNvSpPr txBox="1"/>
          <p:nvPr>
            <p:ph idx="1" type="body"/>
          </p:nvPr>
        </p:nvSpPr>
        <p:spPr>
          <a:xfrm>
            <a:off x="203200" y="1752600"/>
            <a:ext cx="11785600" cy="6096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2900"/>
              <a:buFont typeface="Arial"/>
              <a:buNone/>
              <a:defRPr b="1" i="0" sz="29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 name="Google Shape;14;p61"/>
          <p:cNvSpPr txBox="1"/>
          <p:nvPr>
            <p:ph idx="2" type="body"/>
          </p:nvPr>
        </p:nvSpPr>
        <p:spPr>
          <a:xfrm>
            <a:off x="203200" y="2362200"/>
            <a:ext cx="11785600" cy="6858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accent2"/>
              </a:buClr>
              <a:buSzPts val="2800"/>
              <a:buFont typeface="Arial"/>
              <a:buNone/>
              <a:defRPr b="0" i="0" sz="2800" u="none" cap="none" strike="noStrike">
                <a:solidFill>
                  <a:schemeClr val="accent2"/>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 name="Google Shape;15;p61"/>
          <p:cNvSpPr txBox="1"/>
          <p:nvPr>
            <p:ph idx="3" type="body"/>
          </p:nvPr>
        </p:nvSpPr>
        <p:spPr>
          <a:xfrm>
            <a:off x="203200" y="3733800"/>
            <a:ext cx="11785600" cy="5334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accent1"/>
              </a:buClr>
              <a:buSzPts val="4000"/>
              <a:buFont typeface="Arial"/>
              <a:buNone/>
              <a:defRPr b="1" i="0" sz="4000" u="none" cap="none" strike="noStrike">
                <a:solidFill>
                  <a:schemeClr val="accent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 name="Google Shape;16;p61"/>
          <p:cNvSpPr txBox="1"/>
          <p:nvPr>
            <p:ph idx="4" type="body"/>
          </p:nvPr>
        </p:nvSpPr>
        <p:spPr>
          <a:xfrm>
            <a:off x="203200" y="4267200"/>
            <a:ext cx="11785600" cy="24384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3800"/>
              <a:buFont typeface="Arial"/>
              <a:buNone/>
              <a:defRPr b="0" i="0" sz="3800" u="none" cap="none" strike="noStrike">
                <a:solidFill>
                  <a:schemeClr val="dk1"/>
                </a:solidFill>
                <a:latin typeface="Calibri"/>
                <a:ea typeface="Calibri"/>
                <a:cs typeface="Calibri"/>
                <a:sym typeface="Calibri"/>
              </a:defRPr>
            </a:lvl1pPr>
            <a:lvl2pPr indent="-228600" lvl="1" marL="914400" marR="0" rtl="0" algn="ctr">
              <a:lnSpc>
                <a:spcPct val="90000"/>
              </a:lnSpc>
              <a:spcBef>
                <a:spcPts val="5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2pPr>
            <a:lvl3pPr indent="-228600" lvl="2" marL="1371600"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3pPr>
            <a:lvl4pPr indent="-228600" lvl="3" marL="1828800"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4pPr>
            <a:lvl5pPr indent="-228600" lvl="4" marL="2286000"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er: Version B">
  <p:cSld name="Opener: Version B">
    <p:spTree>
      <p:nvGrpSpPr>
        <p:cNvPr id="17" name="Shape 17"/>
        <p:cNvGrpSpPr/>
        <p:nvPr/>
      </p:nvGrpSpPr>
      <p:grpSpPr>
        <a:xfrm>
          <a:off x="0" y="0"/>
          <a:ext cx="0" cy="0"/>
          <a:chOff x="0" y="0"/>
          <a:chExt cx="0" cy="0"/>
        </a:xfrm>
      </p:grpSpPr>
      <p:sp>
        <p:nvSpPr>
          <p:cNvPr id="18" name="Google Shape;18;p67"/>
          <p:cNvSpPr txBox="1"/>
          <p:nvPr>
            <p:ph idx="1" type="body"/>
          </p:nvPr>
        </p:nvSpPr>
        <p:spPr>
          <a:xfrm>
            <a:off x="203200" y="228600"/>
            <a:ext cx="11785600" cy="5334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accent1"/>
              </a:buClr>
              <a:buSzPts val="4000"/>
              <a:buFont typeface="Arial"/>
              <a:buNone/>
              <a:defRPr b="1" i="0" sz="4000" u="none" cap="none" strike="noStrike">
                <a:solidFill>
                  <a:schemeClr val="accent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 name="Google Shape;19;p67"/>
          <p:cNvSpPr txBox="1"/>
          <p:nvPr>
            <p:ph idx="2" type="body"/>
          </p:nvPr>
        </p:nvSpPr>
        <p:spPr>
          <a:xfrm>
            <a:off x="203200" y="762000"/>
            <a:ext cx="11785600" cy="2286000"/>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3800"/>
              <a:buFont typeface="Arial"/>
              <a:buNone/>
              <a:defRPr b="0" i="0" sz="3800" u="none" cap="none" strike="noStrike">
                <a:solidFill>
                  <a:schemeClr val="dk1"/>
                </a:solidFill>
                <a:latin typeface="Calibri"/>
                <a:ea typeface="Calibri"/>
                <a:cs typeface="Calibri"/>
                <a:sym typeface="Calibri"/>
              </a:defRPr>
            </a:lvl1pPr>
            <a:lvl2pPr indent="-228600" lvl="1" marL="914400" marR="0" rtl="0" algn="ctr">
              <a:lnSpc>
                <a:spcPct val="90000"/>
              </a:lnSpc>
              <a:spcBef>
                <a:spcPts val="5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2pPr>
            <a:lvl3pPr indent="-228600" lvl="2" marL="1371600"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3pPr>
            <a:lvl4pPr indent="-228600" lvl="3" marL="1828800"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4pPr>
            <a:lvl5pPr indent="-228600" lvl="4" marL="2286000"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 name="Google Shape;20;p67"/>
          <p:cNvSpPr txBox="1"/>
          <p:nvPr>
            <p:ph type="title"/>
          </p:nvPr>
        </p:nvSpPr>
        <p:spPr>
          <a:xfrm>
            <a:off x="203200" y="3505200"/>
            <a:ext cx="11785600" cy="15240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chemeClr val="dk1"/>
              </a:buClr>
              <a:buSzPts val="6200"/>
              <a:buFont typeface="Calibri"/>
              <a:buNone/>
              <a:defRPr b="0" i="0" sz="62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1" name="Google Shape;21;p67"/>
          <p:cNvSpPr txBox="1"/>
          <p:nvPr>
            <p:ph idx="3" type="body"/>
          </p:nvPr>
        </p:nvSpPr>
        <p:spPr>
          <a:xfrm>
            <a:off x="203200" y="5029200"/>
            <a:ext cx="11785600" cy="762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dk1"/>
              </a:buClr>
              <a:buSzPts val="2900"/>
              <a:buFont typeface="Arial"/>
              <a:buNone/>
              <a:defRPr b="1" i="0" sz="29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 name="Google Shape;22;p67"/>
          <p:cNvSpPr txBox="1"/>
          <p:nvPr>
            <p:ph idx="4" type="body"/>
          </p:nvPr>
        </p:nvSpPr>
        <p:spPr>
          <a:xfrm>
            <a:off x="203200" y="6096000"/>
            <a:ext cx="11785600" cy="5334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1000"/>
              </a:spcBef>
              <a:spcAft>
                <a:spcPts val="0"/>
              </a:spcAft>
              <a:buClr>
                <a:schemeClr val="accent2"/>
              </a:buClr>
              <a:buSzPts val="2800"/>
              <a:buFont typeface="Arial"/>
              <a:buNone/>
              <a:defRPr b="0" i="0" sz="2800" u="none" cap="none" strike="noStrike">
                <a:solidFill>
                  <a:schemeClr val="accent2"/>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Version A">
  <p:cSld name="Learning Objectives: Version A">
    <p:spTree>
      <p:nvGrpSpPr>
        <p:cNvPr id="30" name="Shape 30"/>
        <p:cNvGrpSpPr/>
        <p:nvPr/>
      </p:nvGrpSpPr>
      <p:grpSpPr>
        <a:xfrm>
          <a:off x="0" y="0"/>
          <a:ext cx="0" cy="0"/>
          <a:chOff x="0" y="0"/>
          <a:chExt cx="0" cy="0"/>
        </a:xfrm>
      </p:grpSpPr>
      <p:sp>
        <p:nvSpPr>
          <p:cNvPr id="31" name="Google Shape;31;p63"/>
          <p:cNvSpPr txBox="1"/>
          <p:nvPr>
            <p:ph type="title"/>
          </p:nvPr>
        </p:nvSpPr>
        <p:spPr>
          <a:xfrm>
            <a:off x="406400" y="743712"/>
            <a:ext cx="11379200" cy="9906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2"/>
              </a:buClr>
              <a:buSzPts val="4000"/>
              <a:buFont typeface="Calibri"/>
              <a:buNone/>
              <a:defRPr b="0" i="0" sz="4000">
                <a:solidFill>
                  <a:schemeClr val="accent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63"/>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accent2"/>
              </a:buClr>
              <a:buSzPts val="2800"/>
              <a:buFont typeface="Calibri"/>
              <a:buAutoNum type="arabicPeriod"/>
              <a:defRPr b="0" i="0" sz="28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406400" lvl="2" marL="13716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3pPr>
            <a:lvl4pPr indent="-406400" lvl="3" marL="18288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4pPr>
            <a:lvl5pPr indent="-406400" lvl="4" marL="22860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3" name="Google Shape;33;p63"/>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a:solidFill>
                  <a:schemeClr val="dk1"/>
                </a:solidFill>
                <a:latin typeface="Calibri"/>
                <a:ea typeface="Calibri"/>
                <a:cs typeface="Calibri"/>
                <a:sym typeface="Calibri"/>
              </a:defRPr>
            </a:lvl1pPr>
            <a:lvl2pPr indent="0" lvl="1" marL="0" algn="r">
              <a:spcBef>
                <a:spcPts val="0"/>
              </a:spcBef>
              <a:buNone/>
              <a:defRPr b="0" i="0" sz="1200">
                <a:solidFill>
                  <a:schemeClr val="dk1"/>
                </a:solidFill>
                <a:latin typeface="Calibri"/>
                <a:ea typeface="Calibri"/>
                <a:cs typeface="Calibri"/>
                <a:sym typeface="Calibri"/>
              </a:defRPr>
            </a:lvl2pPr>
            <a:lvl3pPr indent="0" lvl="2" marL="0" algn="r">
              <a:spcBef>
                <a:spcPts val="0"/>
              </a:spcBef>
              <a:buNone/>
              <a:defRPr b="0" i="0" sz="1200">
                <a:solidFill>
                  <a:schemeClr val="dk1"/>
                </a:solidFill>
                <a:latin typeface="Calibri"/>
                <a:ea typeface="Calibri"/>
                <a:cs typeface="Calibri"/>
                <a:sym typeface="Calibri"/>
              </a:defRPr>
            </a:lvl3pPr>
            <a:lvl4pPr indent="0" lvl="3" marL="0" algn="r">
              <a:spcBef>
                <a:spcPts val="0"/>
              </a:spcBef>
              <a:buNone/>
              <a:defRPr b="0" i="0" sz="1200">
                <a:solidFill>
                  <a:schemeClr val="dk1"/>
                </a:solidFill>
                <a:latin typeface="Calibri"/>
                <a:ea typeface="Calibri"/>
                <a:cs typeface="Calibri"/>
                <a:sym typeface="Calibri"/>
              </a:defRPr>
            </a:lvl4pPr>
            <a:lvl5pPr indent="0" lvl="4" marL="0" algn="r">
              <a:spcBef>
                <a:spcPts val="0"/>
              </a:spcBef>
              <a:buNone/>
              <a:defRPr b="0" i="0" sz="1200">
                <a:solidFill>
                  <a:schemeClr val="dk1"/>
                </a:solidFill>
                <a:latin typeface="Calibri"/>
                <a:ea typeface="Calibri"/>
                <a:cs typeface="Calibri"/>
                <a:sym typeface="Calibri"/>
              </a:defRPr>
            </a:lvl5pPr>
            <a:lvl6pPr indent="0" lvl="5" marL="0" algn="r">
              <a:spcBef>
                <a:spcPts val="0"/>
              </a:spcBef>
              <a:buNone/>
              <a:defRPr b="0" i="0" sz="1200">
                <a:solidFill>
                  <a:schemeClr val="dk1"/>
                </a:solidFill>
                <a:latin typeface="Calibri"/>
                <a:ea typeface="Calibri"/>
                <a:cs typeface="Calibri"/>
                <a:sym typeface="Calibri"/>
              </a:defRPr>
            </a:lvl6pPr>
            <a:lvl7pPr indent="0" lvl="6" marL="0" algn="r">
              <a:spcBef>
                <a:spcPts val="0"/>
              </a:spcBef>
              <a:buNone/>
              <a:defRPr b="0" i="0" sz="1200">
                <a:solidFill>
                  <a:schemeClr val="dk1"/>
                </a:solidFill>
                <a:latin typeface="Calibri"/>
                <a:ea typeface="Calibri"/>
                <a:cs typeface="Calibri"/>
                <a:sym typeface="Calibri"/>
              </a:defRPr>
            </a:lvl7pPr>
            <a:lvl8pPr indent="0" lvl="7" marL="0" algn="r">
              <a:spcBef>
                <a:spcPts val="0"/>
              </a:spcBef>
              <a:buNone/>
              <a:defRPr b="0" i="0" sz="1200">
                <a:solidFill>
                  <a:schemeClr val="dk1"/>
                </a:solidFill>
                <a:latin typeface="Calibri"/>
                <a:ea typeface="Calibri"/>
                <a:cs typeface="Calibri"/>
                <a:sym typeface="Calibri"/>
              </a:defRPr>
            </a:lvl8pPr>
            <a:lvl9pPr indent="0" lvl="8" marL="0" algn="r">
              <a:spcBef>
                <a:spcPts val="0"/>
              </a:spcBef>
              <a:buNone/>
              <a:defRPr b="0" i="0" sz="1200">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34" name="Google Shape;34;p63"/>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i="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Version B">
  <p:cSld name="Learning Objectives: Version B">
    <p:spTree>
      <p:nvGrpSpPr>
        <p:cNvPr id="35" name="Shape 35"/>
        <p:cNvGrpSpPr/>
        <p:nvPr/>
      </p:nvGrpSpPr>
      <p:grpSpPr>
        <a:xfrm>
          <a:off x="0" y="0"/>
          <a:ext cx="0" cy="0"/>
          <a:chOff x="0" y="0"/>
          <a:chExt cx="0" cy="0"/>
        </a:xfrm>
      </p:grpSpPr>
      <p:sp>
        <p:nvSpPr>
          <p:cNvPr id="36" name="Google Shape;36;p79"/>
          <p:cNvSpPr txBox="1"/>
          <p:nvPr>
            <p:ph type="title"/>
          </p:nvPr>
        </p:nvSpPr>
        <p:spPr>
          <a:xfrm>
            <a:off x="406400" y="743712"/>
            <a:ext cx="11379200" cy="9906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2"/>
              </a:buClr>
              <a:buSzPts val="4000"/>
              <a:buFont typeface="Calibri"/>
              <a:buNone/>
              <a:defRPr b="0" i="0" sz="4000">
                <a:solidFill>
                  <a:schemeClr val="accent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79"/>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accent2"/>
              </a:buClr>
              <a:buSzPts val="2800"/>
              <a:buFont typeface="Arial"/>
              <a:buChar char="•"/>
              <a:defRPr b="0" i="0" sz="28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406400" lvl="2" marL="13716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3pPr>
            <a:lvl4pPr indent="-406400" lvl="3" marL="18288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4pPr>
            <a:lvl5pPr indent="-406400" lvl="4" marL="22860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8" name="Google Shape;38;p79"/>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a:solidFill>
                  <a:schemeClr val="dk1"/>
                </a:solidFill>
                <a:latin typeface="Calibri"/>
                <a:ea typeface="Calibri"/>
                <a:cs typeface="Calibri"/>
                <a:sym typeface="Calibri"/>
              </a:defRPr>
            </a:lvl1pPr>
            <a:lvl2pPr indent="0" lvl="1" marL="0" algn="r">
              <a:spcBef>
                <a:spcPts val="0"/>
              </a:spcBef>
              <a:buNone/>
              <a:defRPr b="0" i="0" sz="1200">
                <a:solidFill>
                  <a:schemeClr val="dk1"/>
                </a:solidFill>
                <a:latin typeface="Calibri"/>
                <a:ea typeface="Calibri"/>
                <a:cs typeface="Calibri"/>
                <a:sym typeface="Calibri"/>
              </a:defRPr>
            </a:lvl2pPr>
            <a:lvl3pPr indent="0" lvl="2" marL="0" algn="r">
              <a:spcBef>
                <a:spcPts val="0"/>
              </a:spcBef>
              <a:buNone/>
              <a:defRPr b="0" i="0" sz="1200">
                <a:solidFill>
                  <a:schemeClr val="dk1"/>
                </a:solidFill>
                <a:latin typeface="Calibri"/>
                <a:ea typeface="Calibri"/>
                <a:cs typeface="Calibri"/>
                <a:sym typeface="Calibri"/>
              </a:defRPr>
            </a:lvl3pPr>
            <a:lvl4pPr indent="0" lvl="3" marL="0" algn="r">
              <a:spcBef>
                <a:spcPts val="0"/>
              </a:spcBef>
              <a:buNone/>
              <a:defRPr b="0" i="0" sz="1200">
                <a:solidFill>
                  <a:schemeClr val="dk1"/>
                </a:solidFill>
                <a:latin typeface="Calibri"/>
                <a:ea typeface="Calibri"/>
                <a:cs typeface="Calibri"/>
                <a:sym typeface="Calibri"/>
              </a:defRPr>
            </a:lvl4pPr>
            <a:lvl5pPr indent="0" lvl="4" marL="0" algn="r">
              <a:spcBef>
                <a:spcPts val="0"/>
              </a:spcBef>
              <a:buNone/>
              <a:defRPr b="0" i="0" sz="1200">
                <a:solidFill>
                  <a:schemeClr val="dk1"/>
                </a:solidFill>
                <a:latin typeface="Calibri"/>
                <a:ea typeface="Calibri"/>
                <a:cs typeface="Calibri"/>
                <a:sym typeface="Calibri"/>
              </a:defRPr>
            </a:lvl5pPr>
            <a:lvl6pPr indent="0" lvl="5" marL="0" algn="r">
              <a:spcBef>
                <a:spcPts val="0"/>
              </a:spcBef>
              <a:buNone/>
              <a:defRPr b="0" i="0" sz="1200">
                <a:solidFill>
                  <a:schemeClr val="dk1"/>
                </a:solidFill>
                <a:latin typeface="Calibri"/>
                <a:ea typeface="Calibri"/>
                <a:cs typeface="Calibri"/>
                <a:sym typeface="Calibri"/>
              </a:defRPr>
            </a:lvl6pPr>
            <a:lvl7pPr indent="0" lvl="6" marL="0" algn="r">
              <a:spcBef>
                <a:spcPts val="0"/>
              </a:spcBef>
              <a:buNone/>
              <a:defRPr b="0" i="0" sz="1200">
                <a:solidFill>
                  <a:schemeClr val="dk1"/>
                </a:solidFill>
                <a:latin typeface="Calibri"/>
                <a:ea typeface="Calibri"/>
                <a:cs typeface="Calibri"/>
                <a:sym typeface="Calibri"/>
              </a:defRPr>
            </a:lvl7pPr>
            <a:lvl8pPr indent="0" lvl="7" marL="0" algn="r">
              <a:spcBef>
                <a:spcPts val="0"/>
              </a:spcBef>
              <a:buNone/>
              <a:defRPr b="0" i="0" sz="1200">
                <a:solidFill>
                  <a:schemeClr val="dk1"/>
                </a:solidFill>
                <a:latin typeface="Calibri"/>
                <a:ea typeface="Calibri"/>
                <a:cs typeface="Calibri"/>
                <a:sym typeface="Calibri"/>
              </a:defRPr>
            </a:lvl8pPr>
            <a:lvl9pPr indent="0" lvl="8" marL="0" algn="r">
              <a:spcBef>
                <a:spcPts val="0"/>
              </a:spcBef>
              <a:buNone/>
              <a:defRPr b="0" i="0" sz="1200">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39" name="Google Shape;39;p79"/>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i="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ngle Column">
  <p:cSld name="Single Column">
    <p:spTree>
      <p:nvGrpSpPr>
        <p:cNvPr id="47" name="Shape 47"/>
        <p:cNvGrpSpPr/>
        <p:nvPr/>
      </p:nvGrpSpPr>
      <p:grpSpPr>
        <a:xfrm>
          <a:off x="0" y="0"/>
          <a:ext cx="0" cy="0"/>
          <a:chOff x="0" y="0"/>
          <a:chExt cx="0" cy="0"/>
        </a:xfrm>
      </p:grpSpPr>
      <p:sp>
        <p:nvSpPr>
          <p:cNvPr id="48" name="Google Shape;48;p65"/>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4000"/>
              <a:buFont typeface="Calibri"/>
              <a:buNone/>
              <a:defRPr b="0" i="0" sz="40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65"/>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accent2"/>
              </a:buClr>
              <a:buSzPts val="2800"/>
              <a:buFont typeface="Arial"/>
              <a:buChar char="•"/>
              <a:defRPr b="0" i="0" sz="2800" u="none" cap="none" strike="noStrike">
                <a:solidFill>
                  <a:schemeClr val="dk1"/>
                </a:solidFill>
                <a:latin typeface="Calibri"/>
                <a:ea typeface="Calibri"/>
                <a:cs typeface="Calibri"/>
                <a:sym typeface="Calibri"/>
              </a:defRPr>
            </a:lvl1pPr>
            <a:lvl2pPr indent="-350520" lvl="1" marL="914400" marR="0" rtl="0" algn="l">
              <a:lnSpc>
                <a:spcPct val="90000"/>
              </a:lnSpc>
              <a:spcBef>
                <a:spcPts val="500"/>
              </a:spcBef>
              <a:spcAft>
                <a:spcPts val="0"/>
              </a:spcAft>
              <a:buClr>
                <a:schemeClr val="accent2"/>
              </a:buClr>
              <a:buSzPts val="1920"/>
              <a:buFont typeface="Courier New"/>
              <a:buChar char="o"/>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406400" lvl="3" marL="18288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4pPr>
            <a:lvl5pPr indent="-406400" lvl="4" marL="22860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65"/>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a:solidFill>
                  <a:schemeClr val="dk1"/>
                </a:solidFill>
                <a:latin typeface="Calibri"/>
                <a:ea typeface="Calibri"/>
                <a:cs typeface="Calibri"/>
                <a:sym typeface="Calibri"/>
              </a:defRPr>
            </a:lvl1pPr>
            <a:lvl2pPr indent="0" lvl="1" marL="0" algn="r">
              <a:spcBef>
                <a:spcPts val="0"/>
              </a:spcBef>
              <a:buNone/>
              <a:defRPr b="0" i="0" sz="1200">
                <a:solidFill>
                  <a:schemeClr val="dk1"/>
                </a:solidFill>
                <a:latin typeface="Calibri"/>
                <a:ea typeface="Calibri"/>
                <a:cs typeface="Calibri"/>
                <a:sym typeface="Calibri"/>
              </a:defRPr>
            </a:lvl2pPr>
            <a:lvl3pPr indent="0" lvl="2" marL="0" algn="r">
              <a:spcBef>
                <a:spcPts val="0"/>
              </a:spcBef>
              <a:buNone/>
              <a:defRPr b="0" i="0" sz="1200">
                <a:solidFill>
                  <a:schemeClr val="dk1"/>
                </a:solidFill>
                <a:latin typeface="Calibri"/>
                <a:ea typeface="Calibri"/>
                <a:cs typeface="Calibri"/>
                <a:sym typeface="Calibri"/>
              </a:defRPr>
            </a:lvl3pPr>
            <a:lvl4pPr indent="0" lvl="3" marL="0" algn="r">
              <a:spcBef>
                <a:spcPts val="0"/>
              </a:spcBef>
              <a:buNone/>
              <a:defRPr b="0" i="0" sz="1200">
                <a:solidFill>
                  <a:schemeClr val="dk1"/>
                </a:solidFill>
                <a:latin typeface="Calibri"/>
                <a:ea typeface="Calibri"/>
                <a:cs typeface="Calibri"/>
                <a:sym typeface="Calibri"/>
              </a:defRPr>
            </a:lvl4pPr>
            <a:lvl5pPr indent="0" lvl="4" marL="0" algn="r">
              <a:spcBef>
                <a:spcPts val="0"/>
              </a:spcBef>
              <a:buNone/>
              <a:defRPr b="0" i="0" sz="1200">
                <a:solidFill>
                  <a:schemeClr val="dk1"/>
                </a:solidFill>
                <a:latin typeface="Calibri"/>
                <a:ea typeface="Calibri"/>
                <a:cs typeface="Calibri"/>
                <a:sym typeface="Calibri"/>
              </a:defRPr>
            </a:lvl5pPr>
            <a:lvl6pPr indent="0" lvl="5" marL="0" algn="r">
              <a:spcBef>
                <a:spcPts val="0"/>
              </a:spcBef>
              <a:buNone/>
              <a:defRPr b="0" i="0" sz="1200">
                <a:solidFill>
                  <a:schemeClr val="dk1"/>
                </a:solidFill>
                <a:latin typeface="Calibri"/>
                <a:ea typeface="Calibri"/>
                <a:cs typeface="Calibri"/>
                <a:sym typeface="Calibri"/>
              </a:defRPr>
            </a:lvl6pPr>
            <a:lvl7pPr indent="0" lvl="6" marL="0" algn="r">
              <a:spcBef>
                <a:spcPts val="0"/>
              </a:spcBef>
              <a:buNone/>
              <a:defRPr b="0" i="0" sz="1200">
                <a:solidFill>
                  <a:schemeClr val="dk1"/>
                </a:solidFill>
                <a:latin typeface="Calibri"/>
                <a:ea typeface="Calibri"/>
                <a:cs typeface="Calibri"/>
                <a:sym typeface="Calibri"/>
              </a:defRPr>
            </a:lvl7pPr>
            <a:lvl8pPr indent="0" lvl="7" marL="0" algn="r">
              <a:spcBef>
                <a:spcPts val="0"/>
              </a:spcBef>
              <a:buNone/>
              <a:defRPr b="0" i="0" sz="1200">
                <a:solidFill>
                  <a:schemeClr val="dk1"/>
                </a:solidFill>
                <a:latin typeface="Calibri"/>
                <a:ea typeface="Calibri"/>
                <a:cs typeface="Calibri"/>
                <a:sym typeface="Calibri"/>
              </a:defRPr>
            </a:lvl8pPr>
            <a:lvl9pPr indent="0" lvl="8" marL="0" algn="r">
              <a:spcBef>
                <a:spcPts val="0"/>
              </a:spcBef>
              <a:buNone/>
              <a:defRPr b="0" i="0" sz="1200">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51" name="Google Shape;51;p65"/>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i="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p:cSld name="Two Columns">
    <p:spTree>
      <p:nvGrpSpPr>
        <p:cNvPr id="52" name="Shape 52"/>
        <p:cNvGrpSpPr/>
        <p:nvPr/>
      </p:nvGrpSpPr>
      <p:grpSpPr>
        <a:xfrm>
          <a:off x="0" y="0"/>
          <a:ext cx="0" cy="0"/>
          <a:chOff x="0" y="0"/>
          <a:chExt cx="0" cy="0"/>
        </a:xfrm>
      </p:grpSpPr>
      <p:sp>
        <p:nvSpPr>
          <p:cNvPr id="53" name="Google Shape;53;p66"/>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4000"/>
              <a:buFont typeface="Calibri"/>
              <a:buNone/>
              <a:defRPr b="0" i="0" sz="40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66"/>
          <p:cNvSpPr txBox="1"/>
          <p:nvPr>
            <p:ph idx="1" type="body"/>
          </p:nvPr>
        </p:nvSpPr>
        <p:spPr>
          <a:xfrm>
            <a:off x="406400" y="1752600"/>
            <a:ext cx="5384800" cy="44196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5" name="Google Shape;55;p66"/>
          <p:cNvSpPr txBox="1"/>
          <p:nvPr>
            <p:ph idx="2" type="body"/>
          </p:nvPr>
        </p:nvSpPr>
        <p:spPr>
          <a:xfrm>
            <a:off x="6356349" y="1752600"/>
            <a:ext cx="5384800" cy="44196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6" name="Google Shape;56;p66"/>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a:solidFill>
                  <a:schemeClr val="dk1"/>
                </a:solidFill>
                <a:latin typeface="Calibri"/>
                <a:ea typeface="Calibri"/>
                <a:cs typeface="Calibri"/>
                <a:sym typeface="Calibri"/>
              </a:defRPr>
            </a:lvl1pPr>
            <a:lvl2pPr indent="0" lvl="1" marL="0" algn="r">
              <a:spcBef>
                <a:spcPts val="0"/>
              </a:spcBef>
              <a:buNone/>
              <a:defRPr b="0" i="0" sz="1200">
                <a:solidFill>
                  <a:schemeClr val="dk1"/>
                </a:solidFill>
                <a:latin typeface="Calibri"/>
                <a:ea typeface="Calibri"/>
                <a:cs typeface="Calibri"/>
                <a:sym typeface="Calibri"/>
              </a:defRPr>
            </a:lvl2pPr>
            <a:lvl3pPr indent="0" lvl="2" marL="0" algn="r">
              <a:spcBef>
                <a:spcPts val="0"/>
              </a:spcBef>
              <a:buNone/>
              <a:defRPr b="0" i="0" sz="1200">
                <a:solidFill>
                  <a:schemeClr val="dk1"/>
                </a:solidFill>
                <a:latin typeface="Calibri"/>
                <a:ea typeface="Calibri"/>
                <a:cs typeface="Calibri"/>
                <a:sym typeface="Calibri"/>
              </a:defRPr>
            </a:lvl3pPr>
            <a:lvl4pPr indent="0" lvl="3" marL="0" algn="r">
              <a:spcBef>
                <a:spcPts val="0"/>
              </a:spcBef>
              <a:buNone/>
              <a:defRPr b="0" i="0" sz="1200">
                <a:solidFill>
                  <a:schemeClr val="dk1"/>
                </a:solidFill>
                <a:latin typeface="Calibri"/>
                <a:ea typeface="Calibri"/>
                <a:cs typeface="Calibri"/>
                <a:sym typeface="Calibri"/>
              </a:defRPr>
            </a:lvl4pPr>
            <a:lvl5pPr indent="0" lvl="4" marL="0" algn="r">
              <a:spcBef>
                <a:spcPts val="0"/>
              </a:spcBef>
              <a:buNone/>
              <a:defRPr b="0" i="0" sz="1200">
                <a:solidFill>
                  <a:schemeClr val="dk1"/>
                </a:solidFill>
                <a:latin typeface="Calibri"/>
                <a:ea typeface="Calibri"/>
                <a:cs typeface="Calibri"/>
                <a:sym typeface="Calibri"/>
              </a:defRPr>
            </a:lvl5pPr>
            <a:lvl6pPr indent="0" lvl="5" marL="0" algn="r">
              <a:spcBef>
                <a:spcPts val="0"/>
              </a:spcBef>
              <a:buNone/>
              <a:defRPr b="0" i="0" sz="1200">
                <a:solidFill>
                  <a:schemeClr val="dk1"/>
                </a:solidFill>
                <a:latin typeface="Calibri"/>
                <a:ea typeface="Calibri"/>
                <a:cs typeface="Calibri"/>
                <a:sym typeface="Calibri"/>
              </a:defRPr>
            </a:lvl6pPr>
            <a:lvl7pPr indent="0" lvl="6" marL="0" algn="r">
              <a:spcBef>
                <a:spcPts val="0"/>
              </a:spcBef>
              <a:buNone/>
              <a:defRPr b="0" i="0" sz="1200">
                <a:solidFill>
                  <a:schemeClr val="dk1"/>
                </a:solidFill>
                <a:latin typeface="Calibri"/>
                <a:ea typeface="Calibri"/>
                <a:cs typeface="Calibri"/>
                <a:sym typeface="Calibri"/>
              </a:defRPr>
            </a:lvl7pPr>
            <a:lvl8pPr indent="0" lvl="7" marL="0" algn="r">
              <a:spcBef>
                <a:spcPts val="0"/>
              </a:spcBef>
              <a:buNone/>
              <a:defRPr b="0" i="0" sz="1200">
                <a:solidFill>
                  <a:schemeClr val="dk1"/>
                </a:solidFill>
                <a:latin typeface="Calibri"/>
                <a:ea typeface="Calibri"/>
                <a:cs typeface="Calibri"/>
                <a:sym typeface="Calibri"/>
              </a:defRPr>
            </a:lvl8pPr>
            <a:lvl9pPr indent="0" lvl="8" marL="0" algn="r">
              <a:spcBef>
                <a:spcPts val="0"/>
              </a:spcBef>
              <a:buNone/>
              <a:defRPr b="0" i="0" sz="1200">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57" name="Google Shape;57;p66"/>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i="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Outline: Version A">
  <p:cSld name="Chapter Outline: Version A">
    <p:spTree>
      <p:nvGrpSpPr>
        <p:cNvPr id="58" name="Shape 58"/>
        <p:cNvGrpSpPr/>
        <p:nvPr/>
      </p:nvGrpSpPr>
      <p:grpSpPr>
        <a:xfrm>
          <a:off x="0" y="0"/>
          <a:ext cx="0" cy="0"/>
          <a:chOff x="0" y="0"/>
          <a:chExt cx="0" cy="0"/>
        </a:xfrm>
      </p:grpSpPr>
      <p:sp>
        <p:nvSpPr>
          <p:cNvPr id="59" name="Google Shape;59;p68"/>
          <p:cNvSpPr txBox="1"/>
          <p:nvPr>
            <p:ph type="title"/>
          </p:nvPr>
        </p:nvSpPr>
        <p:spPr>
          <a:xfrm>
            <a:off x="393699" y="777241"/>
            <a:ext cx="11391901" cy="97536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4000"/>
              <a:buFont typeface="Calibri"/>
              <a:buNone/>
              <a:defRPr b="0" i="0" sz="40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68"/>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Arial"/>
              <a:buChar char="•"/>
              <a:defRPr b="0" i="0" sz="28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406400" lvl="2" marL="13716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3pPr>
            <a:lvl4pPr indent="-406400" lvl="3" marL="18288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4pPr>
            <a:lvl5pPr indent="-406400" lvl="4" marL="22860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1" name="Google Shape;61;p68"/>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a:solidFill>
                  <a:schemeClr val="dk1"/>
                </a:solidFill>
                <a:latin typeface="Calibri"/>
                <a:ea typeface="Calibri"/>
                <a:cs typeface="Calibri"/>
                <a:sym typeface="Calibri"/>
              </a:defRPr>
            </a:lvl1pPr>
            <a:lvl2pPr indent="0" lvl="1" marL="0" algn="r">
              <a:spcBef>
                <a:spcPts val="0"/>
              </a:spcBef>
              <a:buNone/>
              <a:defRPr b="0" i="0" sz="1200">
                <a:solidFill>
                  <a:schemeClr val="dk1"/>
                </a:solidFill>
                <a:latin typeface="Calibri"/>
                <a:ea typeface="Calibri"/>
                <a:cs typeface="Calibri"/>
                <a:sym typeface="Calibri"/>
              </a:defRPr>
            </a:lvl2pPr>
            <a:lvl3pPr indent="0" lvl="2" marL="0" algn="r">
              <a:spcBef>
                <a:spcPts val="0"/>
              </a:spcBef>
              <a:buNone/>
              <a:defRPr b="0" i="0" sz="1200">
                <a:solidFill>
                  <a:schemeClr val="dk1"/>
                </a:solidFill>
                <a:latin typeface="Calibri"/>
                <a:ea typeface="Calibri"/>
                <a:cs typeface="Calibri"/>
                <a:sym typeface="Calibri"/>
              </a:defRPr>
            </a:lvl3pPr>
            <a:lvl4pPr indent="0" lvl="3" marL="0" algn="r">
              <a:spcBef>
                <a:spcPts val="0"/>
              </a:spcBef>
              <a:buNone/>
              <a:defRPr b="0" i="0" sz="1200">
                <a:solidFill>
                  <a:schemeClr val="dk1"/>
                </a:solidFill>
                <a:latin typeface="Calibri"/>
                <a:ea typeface="Calibri"/>
                <a:cs typeface="Calibri"/>
                <a:sym typeface="Calibri"/>
              </a:defRPr>
            </a:lvl4pPr>
            <a:lvl5pPr indent="0" lvl="4" marL="0" algn="r">
              <a:spcBef>
                <a:spcPts val="0"/>
              </a:spcBef>
              <a:buNone/>
              <a:defRPr b="0" i="0" sz="1200">
                <a:solidFill>
                  <a:schemeClr val="dk1"/>
                </a:solidFill>
                <a:latin typeface="Calibri"/>
                <a:ea typeface="Calibri"/>
                <a:cs typeface="Calibri"/>
                <a:sym typeface="Calibri"/>
              </a:defRPr>
            </a:lvl5pPr>
            <a:lvl6pPr indent="0" lvl="5" marL="0" algn="r">
              <a:spcBef>
                <a:spcPts val="0"/>
              </a:spcBef>
              <a:buNone/>
              <a:defRPr b="0" i="0" sz="1200">
                <a:solidFill>
                  <a:schemeClr val="dk1"/>
                </a:solidFill>
                <a:latin typeface="Calibri"/>
                <a:ea typeface="Calibri"/>
                <a:cs typeface="Calibri"/>
                <a:sym typeface="Calibri"/>
              </a:defRPr>
            </a:lvl6pPr>
            <a:lvl7pPr indent="0" lvl="6" marL="0" algn="r">
              <a:spcBef>
                <a:spcPts val="0"/>
              </a:spcBef>
              <a:buNone/>
              <a:defRPr b="0" i="0" sz="1200">
                <a:solidFill>
                  <a:schemeClr val="dk1"/>
                </a:solidFill>
                <a:latin typeface="Calibri"/>
                <a:ea typeface="Calibri"/>
                <a:cs typeface="Calibri"/>
                <a:sym typeface="Calibri"/>
              </a:defRPr>
            </a:lvl7pPr>
            <a:lvl8pPr indent="0" lvl="7" marL="0" algn="r">
              <a:spcBef>
                <a:spcPts val="0"/>
              </a:spcBef>
              <a:buNone/>
              <a:defRPr b="0" i="0" sz="1200">
                <a:solidFill>
                  <a:schemeClr val="dk1"/>
                </a:solidFill>
                <a:latin typeface="Calibri"/>
                <a:ea typeface="Calibri"/>
                <a:cs typeface="Calibri"/>
                <a:sym typeface="Calibri"/>
              </a:defRPr>
            </a:lvl8pPr>
            <a:lvl9pPr indent="0" lvl="8" marL="0" algn="r">
              <a:spcBef>
                <a:spcPts val="0"/>
              </a:spcBef>
              <a:buNone/>
              <a:defRPr b="0" i="0" sz="1200">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62" name="Google Shape;62;p68"/>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i="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Outline: Version B">
  <p:cSld name="Chapter Outline: Version B">
    <p:spTree>
      <p:nvGrpSpPr>
        <p:cNvPr id="63" name="Shape 63"/>
        <p:cNvGrpSpPr/>
        <p:nvPr/>
      </p:nvGrpSpPr>
      <p:grpSpPr>
        <a:xfrm>
          <a:off x="0" y="0"/>
          <a:ext cx="0" cy="0"/>
          <a:chOff x="0" y="0"/>
          <a:chExt cx="0" cy="0"/>
        </a:xfrm>
      </p:grpSpPr>
      <p:sp>
        <p:nvSpPr>
          <p:cNvPr id="64" name="Google Shape;64;p69"/>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4000"/>
              <a:buFont typeface="Calibri"/>
              <a:buNone/>
              <a:defRPr b="0" i="0" sz="40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69"/>
          <p:cNvSpPr txBox="1"/>
          <p:nvPr>
            <p:ph idx="1" type="body"/>
          </p:nvPr>
        </p:nvSpPr>
        <p:spPr>
          <a:xfrm>
            <a:off x="406400" y="1752600"/>
            <a:ext cx="11379200" cy="460375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Arial"/>
              <a:buChar char="•"/>
              <a:defRPr b="0" i="0" sz="28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406400" lvl="2" marL="13716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3pPr>
            <a:lvl4pPr indent="-406400" lvl="3" marL="18288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4pPr>
            <a:lvl5pPr indent="-406400" lvl="4" marL="22860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6" name="Google Shape;66;p69"/>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a:solidFill>
                  <a:schemeClr val="dk1"/>
                </a:solidFill>
                <a:latin typeface="Calibri"/>
                <a:ea typeface="Calibri"/>
                <a:cs typeface="Calibri"/>
                <a:sym typeface="Calibri"/>
              </a:defRPr>
            </a:lvl1pPr>
            <a:lvl2pPr indent="0" lvl="1" marL="0" algn="r">
              <a:spcBef>
                <a:spcPts val="0"/>
              </a:spcBef>
              <a:buNone/>
              <a:defRPr b="0" i="0" sz="1200">
                <a:solidFill>
                  <a:schemeClr val="dk1"/>
                </a:solidFill>
                <a:latin typeface="Calibri"/>
                <a:ea typeface="Calibri"/>
                <a:cs typeface="Calibri"/>
                <a:sym typeface="Calibri"/>
              </a:defRPr>
            </a:lvl2pPr>
            <a:lvl3pPr indent="0" lvl="2" marL="0" algn="r">
              <a:spcBef>
                <a:spcPts val="0"/>
              </a:spcBef>
              <a:buNone/>
              <a:defRPr b="0" i="0" sz="1200">
                <a:solidFill>
                  <a:schemeClr val="dk1"/>
                </a:solidFill>
                <a:latin typeface="Calibri"/>
                <a:ea typeface="Calibri"/>
                <a:cs typeface="Calibri"/>
                <a:sym typeface="Calibri"/>
              </a:defRPr>
            </a:lvl3pPr>
            <a:lvl4pPr indent="0" lvl="3" marL="0" algn="r">
              <a:spcBef>
                <a:spcPts val="0"/>
              </a:spcBef>
              <a:buNone/>
              <a:defRPr b="0" i="0" sz="1200">
                <a:solidFill>
                  <a:schemeClr val="dk1"/>
                </a:solidFill>
                <a:latin typeface="Calibri"/>
                <a:ea typeface="Calibri"/>
                <a:cs typeface="Calibri"/>
                <a:sym typeface="Calibri"/>
              </a:defRPr>
            </a:lvl4pPr>
            <a:lvl5pPr indent="0" lvl="4" marL="0" algn="r">
              <a:spcBef>
                <a:spcPts val="0"/>
              </a:spcBef>
              <a:buNone/>
              <a:defRPr b="0" i="0" sz="1200">
                <a:solidFill>
                  <a:schemeClr val="dk1"/>
                </a:solidFill>
                <a:latin typeface="Calibri"/>
                <a:ea typeface="Calibri"/>
                <a:cs typeface="Calibri"/>
                <a:sym typeface="Calibri"/>
              </a:defRPr>
            </a:lvl5pPr>
            <a:lvl6pPr indent="0" lvl="5" marL="0" algn="r">
              <a:spcBef>
                <a:spcPts val="0"/>
              </a:spcBef>
              <a:buNone/>
              <a:defRPr b="0" i="0" sz="1200">
                <a:solidFill>
                  <a:schemeClr val="dk1"/>
                </a:solidFill>
                <a:latin typeface="Calibri"/>
                <a:ea typeface="Calibri"/>
                <a:cs typeface="Calibri"/>
                <a:sym typeface="Calibri"/>
              </a:defRPr>
            </a:lvl6pPr>
            <a:lvl7pPr indent="0" lvl="6" marL="0" algn="r">
              <a:spcBef>
                <a:spcPts val="0"/>
              </a:spcBef>
              <a:buNone/>
              <a:defRPr b="0" i="0" sz="1200">
                <a:solidFill>
                  <a:schemeClr val="dk1"/>
                </a:solidFill>
                <a:latin typeface="Calibri"/>
                <a:ea typeface="Calibri"/>
                <a:cs typeface="Calibri"/>
                <a:sym typeface="Calibri"/>
              </a:defRPr>
            </a:lvl7pPr>
            <a:lvl8pPr indent="0" lvl="7" marL="0" algn="r">
              <a:spcBef>
                <a:spcPts val="0"/>
              </a:spcBef>
              <a:buNone/>
              <a:defRPr b="0" i="0" sz="1200">
                <a:solidFill>
                  <a:schemeClr val="dk1"/>
                </a:solidFill>
                <a:latin typeface="Calibri"/>
                <a:ea typeface="Calibri"/>
                <a:cs typeface="Calibri"/>
                <a:sym typeface="Calibri"/>
              </a:defRPr>
            </a:lvl8pPr>
            <a:lvl9pPr indent="0" lvl="8" marL="0" algn="r">
              <a:spcBef>
                <a:spcPts val="0"/>
              </a:spcBef>
              <a:buNone/>
              <a:defRPr b="0" i="0" sz="1200">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67" name="Google Shape;67;p69"/>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i="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Outline: Version C1 (single#)">
  <p:cSld name="Chapter Outline: Version C1 (single#)">
    <p:spTree>
      <p:nvGrpSpPr>
        <p:cNvPr id="68" name="Shape 68"/>
        <p:cNvGrpSpPr/>
        <p:nvPr/>
      </p:nvGrpSpPr>
      <p:grpSpPr>
        <a:xfrm>
          <a:off x="0" y="0"/>
          <a:ext cx="0" cy="0"/>
          <a:chOff x="0" y="0"/>
          <a:chExt cx="0" cy="0"/>
        </a:xfrm>
      </p:grpSpPr>
      <p:sp>
        <p:nvSpPr>
          <p:cNvPr id="69" name="Google Shape;69;p70"/>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4000"/>
              <a:buFont typeface="Calibri"/>
              <a:buNone/>
              <a:defRPr b="0" i="0" sz="40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70"/>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Calibri"/>
              <a:buAutoNum type="arabicPeriod"/>
              <a:defRPr b="0" i="0" sz="28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406400" lvl="2" marL="13716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3pPr>
            <a:lvl4pPr indent="-406400" lvl="3" marL="18288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4pPr>
            <a:lvl5pPr indent="-406400" lvl="4" marL="22860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1" name="Google Shape;71;p70"/>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a:solidFill>
                  <a:schemeClr val="dk1"/>
                </a:solidFill>
                <a:latin typeface="Calibri"/>
                <a:ea typeface="Calibri"/>
                <a:cs typeface="Calibri"/>
                <a:sym typeface="Calibri"/>
              </a:defRPr>
            </a:lvl1pPr>
            <a:lvl2pPr indent="0" lvl="1" marL="0" algn="r">
              <a:spcBef>
                <a:spcPts val="0"/>
              </a:spcBef>
              <a:buNone/>
              <a:defRPr b="0" i="0" sz="1200">
                <a:solidFill>
                  <a:schemeClr val="dk1"/>
                </a:solidFill>
                <a:latin typeface="Calibri"/>
                <a:ea typeface="Calibri"/>
                <a:cs typeface="Calibri"/>
                <a:sym typeface="Calibri"/>
              </a:defRPr>
            </a:lvl2pPr>
            <a:lvl3pPr indent="0" lvl="2" marL="0" algn="r">
              <a:spcBef>
                <a:spcPts val="0"/>
              </a:spcBef>
              <a:buNone/>
              <a:defRPr b="0" i="0" sz="1200">
                <a:solidFill>
                  <a:schemeClr val="dk1"/>
                </a:solidFill>
                <a:latin typeface="Calibri"/>
                <a:ea typeface="Calibri"/>
                <a:cs typeface="Calibri"/>
                <a:sym typeface="Calibri"/>
              </a:defRPr>
            </a:lvl3pPr>
            <a:lvl4pPr indent="0" lvl="3" marL="0" algn="r">
              <a:spcBef>
                <a:spcPts val="0"/>
              </a:spcBef>
              <a:buNone/>
              <a:defRPr b="0" i="0" sz="1200">
                <a:solidFill>
                  <a:schemeClr val="dk1"/>
                </a:solidFill>
                <a:latin typeface="Calibri"/>
                <a:ea typeface="Calibri"/>
                <a:cs typeface="Calibri"/>
                <a:sym typeface="Calibri"/>
              </a:defRPr>
            </a:lvl4pPr>
            <a:lvl5pPr indent="0" lvl="4" marL="0" algn="r">
              <a:spcBef>
                <a:spcPts val="0"/>
              </a:spcBef>
              <a:buNone/>
              <a:defRPr b="0" i="0" sz="1200">
                <a:solidFill>
                  <a:schemeClr val="dk1"/>
                </a:solidFill>
                <a:latin typeface="Calibri"/>
                <a:ea typeface="Calibri"/>
                <a:cs typeface="Calibri"/>
                <a:sym typeface="Calibri"/>
              </a:defRPr>
            </a:lvl5pPr>
            <a:lvl6pPr indent="0" lvl="5" marL="0" algn="r">
              <a:spcBef>
                <a:spcPts val="0"/>
              </a:spcBef>
              <a:buNone/>
              <a:defRPr b="0" i="0" sz="1200">
                <a:solidFill>
                  <a:schemeClr val="dk1"/>
                </a:solidFill>
                <a:latin typeface="Calibri"/>
                <a:ea typeface="Calibri"/>
                <a:cs typeface="Calibri"/>
                <a:sym typeface="Calibri"/>
              </a:defRPr>
            </a:lvl6pPr>
            <a:lvl7pPr indent="0" lvl="6" marL="0" algn="r">
              <a:spcBef>
                <a:spcPts val="0"/>
              </a:spcBef>
              <a:buNone/>
              <a:defRPr b="0" i="0" sz="1200">
                <a:solidFill>
                  <a:schemeClr val="dk1"/>
                </a:solidFill>
                <a:latin typeface="Calibri"/>
                <a:ea typeface="Calibri"/>
                <a:cs typeface="Calibri"/>
                <a:sym typeface="Calibri"/>
              </a:defRPr>
            </a:lvl7pPr>
            <a:lvl8pPr indent="0" lvl="7" marL="0" algn="r">
              <a:spcBef>
                <a:spcPts val="0"/>
              </a:spcBef>
              <a:buNone/>
              <a:defRPr b="0" i="0" sz="1200">
                <a:solidFill>
                  <a:schemeClr val="dk1"/>
                </a:solidFill>
                <a:latin typeface="Calibri"/>
                <a:ea typeface="Calibri"/>
                <a:cs typeface="Calibri"/>
                <a:sym typeface="Calibri"/>
              </a:defRPr>
            </a:lvl8pPr>
            <a:lvl9pPr indent="0" lvl="8" marL="0" algn="r">
              <a:spcBef>
                <a:spcPts val="0"/>
              </a:spcBef>
              <a:buNone/>
              <a:defRPr b="0" i="0" sz="1200">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72" name="Google Shape;72;p70"/>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i="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Outline: Version C2 (double#)">
  <p:cSld name="Chapter Outline: Version C2 (double#)">
    <p:spTree>
      <p:nvGrpSpPr>
        <p:cNvPr id="73" name="Shape 73"/>
        <p:cNvGrpSpPr/>
        <p:nvPr/>
      </p:nvGrpSpPr>
      <p:grpSpPr>
        <a:xfrm>
          <a:off x="0" y="0"/>
          <a:ext cx="0" cy="0"/>
          <a:chOff x="0" y="0"/>
          <a:chExt cx="0" cy="0"/>
        </a:xfrm>
      </p:grpSpPr>
      <p:sp>
        <p:nvSpPr>
          <p:cNvPr id="74" name="Google Shape;74;p71"/>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4000"/>
              <a:buFont typeface="Calibri"/>
              <a:buNone/>
              <a:defRPr b="0" i="0" sz="40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71"/>
          <p:cNvSpPr txBox="1"/>
          <p:nvPr>
            <p:ph idx="1" type="body"/>
          </p:nvPr>
        </p:nvSpPr>
        <p:spPr>
          <a:xfrm>
            <a:off x="406400" y="1752600"/>
            <a:ext cx="1137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6" name="Google Shape;76;p71"/>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a:solidFill>
                  <a:schemeClr val="dk1"/>
                </a:solidFill>
                <a:latin typeface="Calibri"/>
                <a:ea typeface="Calibri"/>
                <a:cs typeface="Calibri"/>
                <a:sym typeface="Calibri"/>
              </a:defRPr>
            </a:lvl1pPr>
            <a:lvl2pPr indent="0" lvl="1" marL="0" algn="r">
              <a:spcBef>
                <a:spcPts val="0"/>
              </a:spcBef>
              <a:buNone/>
              <a:defRPr b="0" i="0" sz="1200">
                <a:solidFill>
                  <a:schemeClr val="dk1"/>
                </a:solidFill>
                <a:latin typeface="Calibri"/>
                <a:ea typeface="Calibri"/>
                <a:cs typeface="Calibri"/>
                <a:sym typeface="Calibri"/>
              </a:defRPr>
            </a:lvl2pPr>
            <a:lvl3pPr indent="0" lvl="2" marL="0" algn="r">
              <a:spcBef>
                <a:spcPts val="0"/>
              </a:spcBef>
              <a:buNone/>
              <a:defRPr b="0" i="0" sz="1200">
                <a:solidFill>
                  <a:schemeClr val="dk1"/>
                </a:solidFill>
                <a:latin typeface="Calibri"/>
                <a:ea typeface="Calibri"/>
                <a:cs typeface="Calibri"/>
                <a:sym typeface="Calibri"/>
              </a:defRPr>
            </a:lvl3pPr>
            <a:lvl4pPr indent="0" lvl="3" marL="0" algn="r">
              <a:spcBef>
                <a:spcPts val="0"/>
              </a:spcBef>
              <a:buNone/>
              <a:defRPr b="0" i="0" sz="1200">
                <a:solidFill>
                  <a:schemeClr val="dk1"/>
                </a:solidFill>
                <a:latin typeface="Calibri"/>
                <a:ea typeface="Calibri"/>
                <a:cs typeface="Calibri"/>
                <a:sym typeface="Calibri"/>
              </a:defRPr>
            </a:lvl4pPr>
            <a:lvl5pPr indent="0" lvl="4" marL="0" algn="r">
              <a:spcBef>
                <a:spcPts val="0"/>
              </a:spcBef>
              <a:buNone/>
              <a:defRPr b="0" i="0" sz="1200">
                <a:solidFill>
                  <a:schemeClr val="dk1"/>
                </a:solidFill>
                <a:latin typeface="Calibri"/>
                <a:ea typeface="Calibri"/>
                <a:cs typeface="Calibri"/>
                <a:sym typeface="Calibri"/>
              </a:defRPr>
            </a:lvl5pPr>
            <a:lvl6pPr indent="0" lvl="5" marL="0" algn="r">
              <a:spcBef>
                <a:spcPts val="0"/>
              </a:spcBef>
              <a:buNone/>
              <a:defRPr b="0" i="0" sz="1200">
                <a:solidFill>
                  <a:schemeClr val="dk1"/>
                </a:solidFill>
                <a:latin typeface="Calibri"/>
                <a:ea typeface="Calibri"/>
                <a:cs typeface="Calibri"/>
                <a:sym typeface="Calibri"/>
              </a:defRPr>
            </a:lvl6pPr>
            <a:lvl7pPr indent="0" lvl="6" marL="0" algn="r">
              <a:spcBef>
                <a:spcPts val="0"/>
              </a:spcBef>
              <a:buNone/>
              <a:defRPr b="0" i="0" sz="1200">
                <a:solidFill>
                  <a:schemeClr val="dk1"/>
                </a:solidFill>
                <a:latin typeface="Calibri"/>
                <a:ea typeface="Calibri"/>
                <a:cs typeface="Calibri"/>
                <a:sym typeface="Calibri"/>
              </a:defRPr>
            </a:lvl7pPr>
            <a:lvl8pPr indent="0" lvl="7" marL="0" algn="r">
              <a:spcBef>
                <a:spcPts val="0"/>
              </a:spcBef>
              <a:buNone/>
              <a:defRPr b="0" i="0" sz="1200">
                <a:solidFill>
                  <a:schemeClr val="dk1"/>
                </a:solidFill>
                <a:latin typeface="Calibri"/>
                <a:ea typeface="Calibri"/>
                <a:cs typeface="Calibri"/>
                <a:sym typeface="Calibri"/>
              </a:defRPr>
            </a:lvl8pPr>
            <a:lvl9pPr indent="0" lvl="8" marL="0" algn="r">
              <a:spcBef>
                <a:spcPts val="0"/>
              </a:spcBef>
              <a:buNone/>
              <a:defRPr b="0" i="0" sz="1200">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77" name="Google Shape;77;p71"/>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i="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Outline: Version E1 (single#)">
  <p:cSld name="Chapter Outline: Version E1 (single#)">
    <p:spTree>
      <p:nvGrpSpPr>
        <p:cNvPr id="78" name="Shape 78"/>
        <p:cNvGrpSpPr/>
        <p:nvPr/>
      </p:nvGrpSpPr>
      <p:grpSpPr>
        <a:xfrm>
          <a:off x="0" y="0"/>
          <a:ext cx="0" cy="0"/>
          <a:chOff x="0" y="0"/>
          <a:chExt cx="0" cy="0"/>
        </a:xfrm>
      </p:grpSpPr>
      <p:sp>
        <p:nvSpPr>
          <p:cNvPr id="79" name="Google Shape;79;p72"/>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4000"/>
              <a:buFont typeface="Calibri"/>
              <a:buNone/>
              <a:defRPr b="0" i="0" sz="40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72"/>
          <p:cNvSpPr txBox="1"/>
          <p:nvPr>
            <p:ph idx="1" type="body"/>
          </p:nvPr>
        </p:nvSpPr>
        <p:spPr>
          <a:xfrm>
            <a:off x="406400" y="1752600"/>
            <a:ext cx="11379200" cy="4419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accent2"/>
              </a:buClr>
              <a:buSzPts val="2800"/>
              <a:buFont typeface="Calibri"/>
              <a:buAutoNum type="arabicPeriod"/>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accent2"/>
              </a:buClr>
              <a:buSzPts val="2400"/>
              <a:buFont typeface="Arial"/>
              <a:buChar char="•"/>
              <a:defRPr b="0" i="0" sz="24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accent2"/>
              </a:buClr>
              <a:buSzPts val="2400"/>
              <a:buFont typeface="Arial"/>
              <a:buChar char="•"/>
              <a:defRPr b="0" i="0" sz="2400" u="none" cap="none" strike="noStrike">
                <a:solidFill>
                  <a:schemeClr val="accent2"/>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72"/>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a:solidFill>
                  <a:schemeClr val="dk1"/>
                </a:solidFill>
                <a:latin typeface="Calibri"/>
                <a:ea typeface="Calibri"/>
                <a:cs typeface="Calibri"/>
                <a:sym typeface="Calibri"/>
              </a:defRPr>
            </a:lvl1pPr>
            <a:lvl2pPr indent="0" lvl="1" marL="0" algn="r">
              <a:spcBef>
                <a:spcPts val="0"/>
              </a:spcBef>
              <a:buNone/>
              <a:defRPr b="0" i="0" sz="1200">
                <a:solidFill>
                  <a:schemeClr val="dk1"/>
                </a:solidFill>
                <a:latin typeface="Calibri"/>
                <a:ea typeface="Calibri"/>
                <a:cs typeface="Calibri"/>
                <a:sym typeface="Calibri"/>
              </a:defRPr>
            </a:lvl2pPr>
            <a:lvl3pPr indent="0" lvl="2" marL="0" algn="r">
              <a:spcBef>
                <a:spcPts val="0"/>
              </a:spcBef>
              <a:buNone/>
              <a:defRPr b="0" i="0" sz="1200">
                <a:solidFill>
                  <a:schemeClr val="dk1"/>
                </a:solidFill>
                <a:latin typeface="Calibri"/>
                <a:ea typeface="Calibri"/>
                <a:cs typeface="Calibri"/>
                <a:sym typeface="Calibri"/>
              </a:defRPr>
            </a:lvl3pPr>
            <a:lvl4pPr indent="0" lvl="3" marL="0" algn="r">
              <a:spcBef>
                <a:spcPts val="0"/>
              </a:spcBef>
              <a:buNone/>
              <a:defRPr b="0" i="0" sz="1200">
                <a:solidFill>
                  <a:schemeClr val="dk1"/>
                </a:solidFill>
                <a:latin typeface="Calibri"/>
                <a:ea typeface="Calibri"/>
                <a:cs typeface="Calibri"/>
                <a:sym typeface="Calibri"/>
              </a:defRPr>
            </a:lvl4pPr>
            <a:lvl5pPr indent="0" lvl="4" marL="0" algn="r">
              <a:spcBef>
                <a:spcPts val="0"/>
              </a:spcBef>
              <a:buNone/>
              <a:defRPr b="0" i="0" sz="1200">
                <a:solidFill>
                  <a:schemeClr val="dk1"/>
                </a:solidFill>
                <a:latin typeface="Calibri"/>
                <a:ea typeface="Calibri"/>
                <a:cs typeface="Calibri"/>
                <a:sym typeface="Calibri"/>
              </a:defRPr>
            </a:lvl5pPr>
            <a:lvl6pPr indent="0" lvl="5" marL="0" algn="r">
              <a:spcBef>
                <a:spcPts val="0"/>
              </a:spcBef>
              <a:buNone/>
              <a:defRPr b="0" i="0" sz="1200">
                <a:solidFill>
                  <a:schemeClr val="dk1"/>
                </a:solidFill>
                <a:latin typeface="Calibri"/>
                <a:ea typeface="Calibri"/>
                <a:cs typeface="Calibri"/>
                <a:sym typeface="Calibri"/>
              </a:defRPr>
            </a:lvl6pPr>
            <a:lvl7pPr indent="0" lvl="6" marL="0" algn="r">
              <a:spcBef>
                <a:spcPts val="0"/>
              </a:spcBef>
              <a:buNone/>
              <a:defRPr b="0" i="0" sz="1200">
                <a:solidFill>
                  <a:schemeClr val="dk1"/>
                </a:solidFill>
                <a:latin typeface="Calibri"/>
                <a:ea typeface="Calibri"/>
                <a:cs typeface="Calibri"/>
                <a:sym typeface="Calibri"/>
              </a:defRPr>
            </a:lvl7pPr>
            <a:lvl8pPr indent="0" lvl="7" marL="0" algn="r">
              <a:spcBef>
                <a:spcPts val="0"/>
              </a:spcBef>
              <a:buNone/>
              <a:defRPr b="0" i="0" sz="1200">
                <a:solidFill>
                  <a:schemeClr val="dk1"/>
                </a:solidFill>
                <a:latin typeface="Calibri"/>
                <a:ea typeface="Calibri"/>
                <a:cs typeface="Calibri"/>
                <a:sym typeface="Calibri"/>
              </a:defRPr>
            </a:lvl8pPr>
            <a:lvl9pPr indent="0" lvl="8" marL="0" algn="r">
              <a:spcBef>
                <a:spcPts val="0"/>
              </a:spcBef>
              <a:buNone/>
              <a:defRPr b="0" i="0" sz="1200">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82" name="Google Shape;82;p72"/>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i="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Outline: Version E2 (double#)">
  <p:cSld name="Chapter Outline: Version E2 (double#)">
    <p:spTree>
      <p:nvGrpSpPr>
        <p:cNvPr id="83" name="Shape 83"/>
        <p:cNvGrpSpPr/>
        <p:nvPr/>
      </p:nvGrpSpPr>
      <p:grpSpPr>
        <a:xfrm>
          <a:off x="0" y="0"/>
          <a:ext cx="0" cy="0"/>
          <a:chOff x="0" y="0"/>
          <a:chExt cx="0" cy="0"/>
        </a:xfrm>
      </p:grpSpPr>
      <p:sp>
        <p:nvSpPr>
          <p:cNvPr id="84" name="Google Shape;84;p73"/>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4000"/>
              <a:buFont typeface="Calibri"/>
              <a:buNone/>
              <a:defRPr b="0" i="0" sz="40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73"/>
          <p:cNvSpPr txBox="1"/>
          <p:nvPr>
            <p:ph idx="1" type="body"/>
          </p:nvPr>
        </p:nvSpPr>
        <p:spPr>
          <a:xfrm>
            <a:off x="406400" y="1752600"/>
            <a:ext cx="11379200" cy="43434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accent2"/>
              </a:buClr>
              <a:buSzPts val="2400"/>
              <a:buFont typeface="Arial"/>
              <a:buChar char="•"/>
              <a:defRPr b="0" i="0" sz="24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accent2"/>
              </a:buClr>
              <a:buSzPts val="2400"/>
              <a:buFont typeface="Arial"/>
              <a:buChar char="•"/>
              <a:defRPr b="0" i="0" sz="2400" u="none" cap="none" strike="noStrike">
                <a:solidFill>
                  <a:schemeClr val="accent2"/>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6" name="Google Shape;86;p73"/>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a:solidFill>
                  <a:schemeClr val="dk1"/>
                </a:solidFill>
                <a:latin typeface="Calibri"/>
                <a:ea typeface="Calibri"/>
                <a:cs typeface="Calibri"/>
                <a:sym typeface="Calibri"/>
              </a:defRPr>
            </a:lvl1pPr>
            <a:lvl2pPr indent="0" lvl="1" marL="0" algn="r">
              <a:spcBef>
                <a:spcPts val="0"/>
              </a:spcBef>
              <a:buNone/>
              <a:defRPr b="0" i="0" sz="1200">
                <a:solidFill>
                  <a:schemeClr val="dk1"/>
                </a:solidFill>
                <a:latin typeface="Calibri"/>
                <a:ea typeface="Calibri"/>
                <a:cs typeface="Calibri"/>
                <a:sym typeface="Calibri"/>
              </a:defRPr>
            </a:lvl2pPr>
            <a:lvl3pPr indent="0" lvl="2" marL="0" algn="r">
              <a:spcBef>
                <a:spcPts val="0"/>
              </a:spcBef>
              <a:buNone/>
              <a:defRPr b="0" i="0" sz="1200">
                <a:solidFill>
                  <a:schemeClr val="dk1"/>
                </a:solidFill>
                <a:latin typeface="Calibri"/>
                <a:ea typeface="Calibri"/>
                <a:cs typeface="Calibri"/>
                <a:sym typeface="Calibri"/>
              </a:defRPr>
            </a:lvl3pPr>
            <a:lvl4pPr indent="0" lvl="3" marL="0" algn="r">
              <a:spcBef>
                <a:spcPts val="0"/>
              </a:spcBef>
              <a:buNone/>
              <a:defRPr b="0" i="0" sz="1200">
                <a:solidFill>
                  <a:schemeClr val="dk1"/>
                </a:solidFill>
                <a:latin typeface="Calibri"/>
                <a:ea typeface="Calibri"/>
                <a:cs typeface="Calibri"/>
                <a:sym typeface="Calibri"/>
              </a:defRPr>
            </a:lvl4pPr>
            <a:lvl5pPr indent="0" lvl="4" marL="0" algn="r">
              <a:spcBef>
                <a:spcPts val="0"/>
              </a:spcBef>
              <a:buNone/>
              <a:defRPr b="0" i="0" sz="1200">
                <a:solidFill>
                  <a:schemeClr val="dk1"/>
                </a:solidFill>
                <a:latin typeface="Calibri"/>
                <a:ea typeface="Calibri"/>
                <a:cs typeface="Calibri"/>
                <a:sym typeface="Calibri"/>
              </a:defRPr>
            </a:lvl5pPr>
            <a:lvl6pPr indent="0" lvl="5" marL="0" algn="r">
              <a:spcBef>
                <a:spcPts val="0"/>
              </a:spcBef>
              <a:buNone/>
              <a:defRPr b="0" i="0" sz="1200">
                <a:solidFill>
                  <a:schemeClr val="dk1"/>
                </a:solidFill>
                <a:latin typeface="Calibri"/>
                <a:ea typeface="Calibri"/>
                <a:cs typeface="Calibri"/>
                <a:sym typeface="Calibri"/>
              </a:defRPr>
            </a:lvl6pPr>
            <a:lvl7pPr indent="0" lvl="6" marL="0" algn="r">
              <a:spcBef>
                <a:spcPts val="0"/>
              </a:spcBef>
              <a:buNone/>
              <a:defRPr b="0" i="0" sz="1200">
                <a:solidFill>
                  <a:schemeClr val="dk1"/>
                </a:solidFill>
                <a:latin typeface="Calibri"/>
                <a:ea typeface="Calibri"/>
                <a:cs typeface="Calibri"/>
                <a:sym typeface="Calibri"/>
              </a:defRPr>
            </a:lvl7pPr>
            <a:lvl8pPr indent="0" lvl="7" marL="0" algn="r">
              <a:spcBef>
                <a:spcPts val="0"/>
              </a:spcBef>
              <a:buNone/>
              <a:defRPr b="0" i="0" sz="1200">
                <a:solidFill>
                  <a:schemeClr val="dk1"/>
                </a:solidFill>
                <a:latin typeface="Calibri"/>
                <a:ea typeface="Calibri"/>
                <a:cs typeface="Calibri"/>
                <a:sym typeface="Calibri"/>
              </a:defRPr>
            </a:lvl8pPr>
            <a:lvl9pPr indent="0" lvl="8" marL="0" algn="r">
              <a:spcBef>
                <a:spcPts val="0"/>
              </a:spcBef>
              <a:buNone/>
              <a:defRPr b="0" i="0" sz="1200">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87" name="Google Shape;87;p73"/>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i="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Outline: Version E1">
  <p:cSld name="Chapter Outline: Version E1">
    <p:spTree>
      <p:nvGrpSpPr>
        <p:cNvPr id="88" name="Shape 88"/>
        <p:cNvGrpSpPr/>
        <p:nvPr/>
      </p:nvGrpSpPr>
      <p:grpSpPr>
        <a:xfrm>
          <a:off x="0" y="0"/>
          <a:ext cx="0" cy="0"/>
          <a:chOff x="0" y="0"/>
          <a:chExt cx="0" cy="0"/>
        </a:xfrm>
      </p:grpSpPr>
      <p:sp>
        <p:nvSpPr>
          <p:cNvPr id="89" name="Google Shape;89;p74"/>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4000"/>
              <a:buFont typeface="Calibri"/>
              <a:buNone/>
              <a:defRPr b="0" i="0" sz="40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74"/>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800"/>
              <a:buFont typeface="Calibri"/>
              <a:buNone/>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accent2"/>
              </a:buClr>
              <a:buSzPts val="2400"/>
              <a:buFont typeface="Arial"/>
              <a:buChar char="•"/>
              <a:defRPr b="0" i="0" sz="2400" u="none" cap="none" strike="noStrike">
                <a:solidFill>
                  <a:schemeClr val="accent2"/>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1" name="Google Shape;91;p74"/>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a:solidFill>
                  <a:schemeClr val="dk1"/>
                </a:solidFill>
                <a:latin typeface="Calibri"/>
                <a:ea typeface="Calibri"/>
                <a:cs typeface="Calibri"/>
                <a:sym typeface="Calibri"/>
              </a:defRPr>
            </a:lvl1pPr>
            <a:lvl2pPr indent="0" lvl="1" marL="0" algn="r">
              <a:spcBef>
                <a:spcPts val="0"/>
              </a:spcBef>
              <a:buNone/>
              <a:defRPr b="0" i="0" sz="1200">
                <a:solidFill>
                  <a:schemeClr val="dk1"/>
                </a:solidFill>
                <a:latin typeface="Calibri"/>
                <a:ea typeface="Calibri"/>
                <a:cs typeface="Calibri"/>
                <a:sym typeface="Calibri"/>
              </a:defRPr>
            </a:lvl2pPr>
            <a:lvl3pPr indent="0" lvl="2" marL="0" algn="r">
              <a:spcBef>
                <a:spcPts val="0"/>
              </a:spcBef>
              <a:buNone/>
              <a:defRPr b="0" i="0" sz="1200">
                <a:solidFill>
                  <a:schemeClr val="dk1"/>
                </a:solidFill>
                <a:latin typeface="Calibri"/>
                <a:ea typeface="Calibri"/>
                <a:cs typeface="Calibri"/>
                <a:sym typeface="Calibri"/>
              </a:defRPr>
            </a:lvl3pPr>
            <a:lvl4pPr indent="0" lvl="3" marL="0" algn="r">
              <a:spcBef>
                <a:spcPts val="0"/>
              </a:spcBef>
              <a:buNone/>
              <a:defRPr b="0" i="0" sz="1200">
                <a:solidFill>
                  <a:schemeClr val="dk1"/>
                </a:solidFill>
                <a:latin typeface="Calibri"/>
                <a:ea typeface="Calibri"/>
                <a:cs typeface="Calibri"/>
                <a:sym typeface="Calibri"/>
              </a:defRPr>
            </a:lvl4pPr>
            <a:lvl5pPr indent="0" lvl="4" marL="0" algn="r">
              <a:spcBef>
                <a:spcPts val="0"/>
              </a:spcBef>
              <a:buNone/>
              <a:defRPr b="0" i="0" sz="1200">
                <a:solidFill>
                  <a:schemeClr val="dk1"/>
                </a:solidFill>
                <a:latin typeface="Calibri"/>
                <a:ea typeface="Calibri"/>
                <a:cs typeface="Calibri"/>
                <a:sym typeface="Calibri"/>
              </a:defRPr>
            </a:lvl5pPr>
            <a:lvl6pPr indent="0" lvl="5" marL="0" algn="r">
              <a:spcBef>
                <a:spcPts val="0"/>
              </a:spcBef>
              <a:buNone/>
              <a:defRPr b="0" i="0" sz="1200">
                <a:solidFill>
                  <a:schemeClr val="dk1"/>
                </a:solidFill>
                <a:latin typeface="Calibri"/>
                <a:ea typeface="Calibri"/>
                <a:cs typeface="Calibri"/>
                <a:sym typeface="Calibri"/>
              </a:defRPr>
            </a:lvl6pPr>
            <a:lvl7pPr indent="0" lvl="6" marL="0" algn="r">
              <a:spcBef>
                <a:spcPts val="0"/>
              </a:spcBef>
              <a:buNone/>
              <a:defRPr b="0" i="0" sz="1200">
                <a:solidFill>
                  <a:schemeClr val="dk1"/>
                </a:solidFill>
                <a:latin typeface="Calibri"/>
                <a:ea typeface="Calibri"/>
                <a:cs typeface="Calibri"/>
                <a:sym typeface="Calibri"/>
              </a:defRPr>
            </a:lvl7pPr>
            <a:lvl8pPr indent="0" lvl="7" marL="0" algn="r">
              <a:spcBef>
                <a:spcPts val="0"/>
              </a:spcBef>
              <a:buNone/>
              <a:defRPr b="0" i="0" sz="1200">
                <a:solidFill>
                  <a:schemeClr val="dk1"/>
                </a:solidFill>
                <a:latin typeface="Calibri"/>
                <a:ea typeface="Calibri"/>
                <a:cs typeface="Calibri"/>
                <a:sym typeface="Calibri"/>
              </a:defRPr>
            </a:lvl8pPr>
            <a:lvl9pPr indent="0" lvl="8" marL="0" algn="r">
              <a:spcBef>
                <a:spcPts val="0"/>
              </a:spcBef>
              <a:buNone/>
              <a:defRPr b="0" i="0" sz="1200">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92" name="Google Shape;92;p74"/>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i="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Outline: Version F1">
  <p:cSld name="Chapter Outline: Version F1">
    <p:spTree>
      <p:nvGrpSpPr>
        <p:cNvPr id="93" name="Shape 93"/>
        <p:cNvGrpSpPr/>
        <p:nvPr/>
      </p:nvGrpSpPr>
      <p:grpSpPr>
        <a:xfrm>
          <a:off x="0" y="0"/>
          <a:ext cx="0" cy="0"/>
          <a:chOff x="0" y="0"/>
          <a:chExt cx="0" cy="0"/>
        </a:xfrm>
      </p:grpSpPr>
      <p:sp>
        <p:nvSpPr>
          <p:cNvPr id="94" name="Google Shape;94;p75"/>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4000"/>
              <a:buFont typeface="Calibri"/>
              <a:buNone/>
              <a:defRPr b="0" i="0" sz="40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75"/>
          <p:cNvSpPr txBox="1"/>
          <p:nvPr>
            <p:ph idx="1" type="body"/>
          </p:nvPr>
        </p:nvSpPr>
        <p:spPr>
          <a:xfrm>
            <a:off x="406400" y="1752600"/>
            <a:ext cx="11379200" cy="44196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6" name="Google Shape;96;p75"/>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a:solidFill>
                  <a:schemeClr val="dk1"/>
                </a:solidFill>
                <a:latin typeface="Calibri"/>
                <a:ea typeface="Calibri"/>
                <a:cs typeface="Calibri"/>
                <a:sym typeface="Calibri"/>
              </a:defRPr>
            </a:lvl1pPr>
            <a:lvl2pPr indent="0" lvl="1" marL="0" algn="r">
              <a:spcBef>
                <a:spcPts val="0"/>
              </a:spcBef>
              <a:buNone/>
              <a:defRPr b="0" i="0" sz="1200">
                <a:solidFill>
                  <a:schemeClr val="dk1"/>
                </a:solidFill>
                <a:latin typeface="Calibri"/>
                <a:ea typeface="Calibri"/>
                <a:cs typeface="Calibri"/>
                <a:sym typeface="Calibri"/>
              </a:defRPr>
            </a:lvl2pPr>
            <a:lvl3pPr indent="0" lvl="2" marL="0" algn="r">
              <a:spcBef>
                <a:spcPts val="0"/>
              </a:spcBef>
              <a:buNone/>
              <a:defRPr b="0" i="0" sz="1200">
                <a:solidFill>
                  <a:schemeClr val="dk1"/>
                </a:solidFill>
                <a:latin typeface="Calibri"/>
                <a:ea typeface="Calibri"/>
                <a:cs typeface="Calibri"/>
                <a:sym typeface="Calibri"/>
              </a:defRPr>
            </a:lvl3pPr>
            <a:lvl4pPr indent="0" lvl="3" marL="0" algn="r">
              <a:spcBef>
                <a:spcPts val="0"/>
              </a:spcBef>
              <a:buNone/>
              <a:defRPr b="0" i="0" sz="1200">
                <a:solidFill>
                  <a:schemeClr val="dk1"/>
                </a:solidFill>
                <a:latin typeface="Calibri"/>
                <a:ea typeface="Calibri"/>
                <a:cs typeface="Calibri"/>
                <a:sym typeface="Calibri"/>
              </a:defRPr>
            </a:lvl4pPr>
            <a:lvl5pPr indent="0" lvl="4" marL="0" algn="r">
              <a:spcBef>
                <a:spcPts val="0"/>
              </a:spcBef>
              <a:buNone/>
              <a:defRPr b="0" i="0" sz="1200">
                <a:solidFill>
                  <a:schemeClr val="dk1"/>
                </a:solidFill>
                <a:latin typeface="Calibri"/>
                <a:ea typeface="Calibri"/>
                <a:cs typeface="Calibri"/>
                <a:sym typeface="Calibri"/>
              </a:defRPr>
            </a:lvl5pPr>
            <a:lvl6pPr indent="0" lvl="5" marL="0" algn="r">
              <a:spcBef>
                <a:spcPts val="0"/>
              </a:spcBef>
              <a:buNone/>
              <a:defRPr b="0" i="0" sz="1200">
                <a:solidFill>
                  <a:schemeClr val="dk1"/>
                </a:solidFill>
                <a:latin typeface="Calibri"/>
                <a:ea typeface="Calibri"/>
                <a:cs typeface="Calibri"/>
                <a:sym typeface="Calibri"/>
              </a:defRPr>
            </a:lvl6pPr>
            <a:lvl7pPr indent="0" lvl="6" marL="0" algn="r">
              <a:spcBef>
                <a:spcPts val="0"/>
              </a:spcBef>
              <a:buNone/>
              <a:defRPr b="0" i="0" sz="1200">
                <a:solidFill>
                  <a:schemeClr val="dk1"/>
                </a:solidFill>
                <a:latin typeface="Calibri"/>
                <a:ea typeface="Calibri"/>
                <a:cs typeface="Calibri"/>
                <a:sym typeface="Calibri"/>
              </a:defRPr>
            </a:lvl7pPr>
            <a:lvl8pPr indent="0" lvl="7" marL="0" algn="r">
              <a:spcBef>
                <a:spcPts val="0"/>
              </a:spcBef>
              <a:buNone/>
              <a:defRPr b="0" i="0" sz="1200">
                <a:solidFill>
                  <a:schemeClr val="dk1"/>
                </a:solidFill>
                <a:latin typeface="Calibri"/>
                <a:ea typeface="Calibri"/>
                <a:cs typeface="Calibri"/>
                <a:sym typeface="Calibri"/>
              </a:defRPr>
            </a:lvl8pPr>
            <a:lvl9pPr indent="0" lvl="8" marL="0" algn="r">
              <a:spcBef>
                <a:spcPts val="0"/>
              </a:spcBef>
              <a:buNone/>
              <a:defRPr b="0" i="0" sz="1200">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97" name="Google Shape;97;p75"/>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i="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Outline: Version G">
  <p:cSld name="Chapter Outline: Version G">
    <p:spTree>
      <p:nvGrpSpPr>
        <p:cNvPr id="98" name="Shape 98"/>
        <p:cNvGrpSpPr/>
        <p:nvPr/>
      </p:nvGrpSpPr>
      <p:grpSpPr>
        <a:xfrm>
          <a:off x="0" y="0"/>
          <a:ext cx="0" cy="0"/>
          <a:chOff x="0" y="0"/>
          <a:chExt cx="0" cy="0"/>
        </a:xfrm>
      </p:grpSpPr>
      <p:sp>
        <p:nvSpPr>
          <p:cNvPr id="99" name="Google Shape;99;p76"/>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4000"/>
              <a:buFont typeface="Calibri"/>
              <a:buNone/>
              <a:defRPr b="0" i="0" sz="40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76"/>
          <p:cNvSpPr txBox="1"/>
          <p:nvPr>
            <p:ph idx="1" type="body"/>
          </p:nvPr>
        </p:nvSpPr>
        <p:spPr>
          <a:xfrm>
            <a:off x="406400" y="1752600"/>
            <a:ext cx="11379200" cy="44196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1pPr>
            <a:lvl2pPr indent="-228600" lvl="1" marL="914400" marR="0" rtl="0" algn="l">
              <a:lnSpc>
                <a:spcPct val="90000"/>
              </a:lnSpc>
              <a:spcBef>
                <a:spcPts val="2000"/>
              </a:spcBef>
              <a:spcAft>
                <a:spcPts val="0"/>
              </a:spcAft>
              <a:buClr>
                <a:schemeClr val="accent2"/>
              </a:buClr>
              <a:buSzPts val="2800"/>
              <a:buFont typeface="Calibri"/>
              <a:buNone/>
              <a:defRPr b="0" i="0" sz="2800" u="none" cap="none" strike="noStrike">
                <a:solidFill>
                  <a:schemeClr val="accent2"/>
                </a:solidFill>
                <a:latin typeface="Calibri"/>
                <a:ea typeface="Calibri"/>
                <a:cs typeface="Calibri"/>
                <a:sym typeface="Calibri"/>
              </a:defRPr>
            </a:lvl2pPr>
            <a:lvl3pPr indent="-406400" lvl="2" marL="1371600" marR="0" rtl="0" algn="l">
              <a:lnSpc>
                <a:spcPct val="90000"/>
              </a:lnSpc>
              <a:spcBef>
                <a:spcPts val="1000"/>
              </a:spcBef>
              <a:spcAft>
                <a:spcPts val="0"/>
              </a:spcAft>
              <a:buClr>
                <a:schemeClr val="accent2"/>
              </a:buClr>
              <a:buSzPts val="2800"/>
              <a:buFont typeface="Calibri"/>
              <a:buAutoNum type="arabicPeriod"/>
              <a:defRPr b="0" i="0" sz="2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1" name="Google Shape;101;p76"/>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a:solidFill>
                  <a:schemeClr val="dk1"/>
                </a:solidFill>
                <a:latin typeface="Calibri"/>
                <a:ea typeface="Calibri"/>
                <a:cs typeface="Calibri"/>
                <a:sym typeface="Calibri"/>
              </a:defRPr>
            </a:lvl1pPr>
            <a:lvl2pPr indent="0" lvl="1" marL="0" algn="r">
              <a:spcBef>
                <a:spcPts val="0"/>
              </a:spcBef>
              <a:buNone/>
              <a:defRPr b="0" i="0" sz="1200">
                <a:solidFill>
                  <a:schemeClr val="dk1"/>
                </a:solidFill>
                <a:latin typeface="Calibri"/>
                <a:ea typeface="Calibri"/>
                <a:cs typeface="Calibri"/>
                <a:sym typeface="Calibri"/>
              </a:defRPr>
            </a:lvl2pPr>
            <a:lvl3pPr indent="0" lvl="2" marL="0" algn="r">
              <a:spcBef>
                <a:spcPts val="0"/>
              </a:spcBef>
              <a:buNone/>
              <a:defRPr b="0" i="0" sz="1200">
                <a:solidFill>
                  <a:schemeClr val="dk1"/>
                </a:solidFill>
                <a:latin typeface="Calibri"/>
                <a:ea typeface="Calibri"/>
                <a:cs typeface="Calibri"/>
                <a:sym typeface="Calibri"/>
              </a:defRPr>
            </a:lvl3pPr>
            <a:lvl4pPr indent="0" lvl="3" marL="0" algn="r">
              <a:spcBef>
                <a:spcPts val="0"/>
              </a:spcBef>
              <a:buNone/>
              <a:defRPr b="0" i="0" sz="1200">
                <a:solidFill>
                  <a:schemeClr val="dk1"/>
                </a:solidFill>
                <a:latin typeface="Calibri"/>
                <a:ea typeface="Calibri"/>
                <a:cs typeface="Calibri"/>
                <a:sym typeface="Calibri"/>
              </a:defRPr>
            </a:lvl4pPr>
            <a:lvl5pPr indent="0" lvl="4" marL="0" algn="r">
              <a:spcBef>
                <a:spcPts val="0"/>
              </a:spcBef>
              <a:buNone/>
              <a:defRPr b="0" i="0" sz="1200">
                <a:solidFill>
                  <a:schemeClr val="dk1"/>
                </a:solidFill>
                <a:latin typeface="Calibri"/>
                <a:ea typeface="Calibri"/>
                <a:cs typeface="Calibri"/>
                <a:sym typeface="Calibri"/>
              </a:defRPr>
            </a:lvl5pPr>
            <a:lvl6pPr indent="0" lvl="5" marL="0" algn="r">
              <a:spcBef>
                <a:spcPts val="0"/>
              </a:spcBef>
              <a:buNone/>
              <a:defRPr b="0" i="0" sz="1200">
                <a:solidFill>
                  <a:schemeClr val="dk1"/>
                </a:solidFill>
                <a:latin typeface="Calibri"/>
                <a:ea typeface="Calibri"/>
                <a:cs typeface="Calibri"/>
                <a:sym typeface="Calibri"/>
              </a:defRPr>
            </a:lvl6pPr>
            <a:lvl7pPr indent="0" lvl="6" marL="0" algn="r">
              <a:spcBef>
                <a:spcPts val="0"/>
              </a:spcBef>
              <a:buNone/>
              <a:defRPr b="0" i="0" sz="1200">
                <a:solidFill>
                  <a:schemeClr val="dk1"/>
                </a:solidFill>
                <a:latin typeface="Calibri"/>
                <a:ea typeface="Calibri"/>
                <a:cs typeface="Calibri"/>
                <a:sym typeface="Calibri"/>
              </a:defRPr>
            </a:lvl7pPr>
            <a:lvl8pPr indent="0" lvl="7" marL="0" algn="r">
              <a:spcBef>
                <a:spcPts val="0"/>
              </a:spcBef>
              <a:buNone/>
              <a:defRPr b="0" i="0" sz="1200">
                <a:solidFill>
                  <a:schemeClr val="dk1"/>
                </a:solidFill>
                <a:latin typeface="Calibri"/>
                <a:ea typeface="Calibri"/>
                <a:cs typeface="Calibri"/>
                <a:sym typeface="Calibri"/>
              </a:defRPr>
            </a:lvl8pPr>
            <a:lvl9pPr indent="0" lvl="8" marL="0" algn="r">
              <a:spcBef>
                <a:spcPts val="0"/>
              </a:spcBef>
              <a:buNone/>
              <a:defRPr b="0" i="0" sz="1200">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102" name="Google Shape;102;p76"/>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i="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lus 2 columns in boxes">
  <p:cSld name="Title plus 2 columns in boxes">
    <p:spTree>
      <p:nvGrpSpPr>
        <p:cNvPr id="103" name="Shape 103"/>
        <p:cNvGrpSpPr/>
        <p:nvPr/>
      </p:nvGrpSpPr>
      <p:grpSpPr>
        <a:xfrm>
          <a:off x="0" y="0"/>
          <a:ext cx="0" cy="0"/>
          <a:chOff x="0" y="0"/>
          <a:chExt cx="0" cy="0"/>
        </a:xfrm>
      </p:grpSpPr>
      <p:sp>
        <p:nvSpPr>
          <p:cNvPr id="104" name="Google Shape;104;p77"/>
          <p:cNvSpPr txBox="1"/>
          <p:nvPr>
            <p:ph type="title"/>
          </p:nvPr>
        </p:nvSpPr>
        <p:spPr>
          <a:xfrm>
            <a:off x="393699" y="777242"/>
            <a:ext cx="11391901" cy="97536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 name="Google Shape;105;p77"/>
          <p:cNvSpPr txBox="1"/>
          <p:nvPr>
            <p:ph idx="1" type="body"/>
          </p:nvPr>
        </p:nvSpPr>
        <p:spPr>
          <a:xfrm>
            <a:off x="443343" y="1594115"/>
            <a:ext cx="5492749" cy="458311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6" name="Google Shape;106;p77"/>
          <p:cNvSpPr txBox="1"/>
          <p:nvPr>
            <p:ph idx="2" type="body"/>
          </p:nvPr>
        </p:nvSpPr>
        <p:spPr>
          <a:xfrm>
            <a:off x="6255405" y="1594115"/>
            <a:ext cx="5482167" cy="458311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7" name="Google Shape;107;p77"/>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8" name="Google Shape;108;p77"/>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lus Multiple Content ">
  <p:cSld name="Title plus Multiple Content ">
    <p:spTree>
      <p:nvGrpSpPr>
        <p:cNvPr id="109" name="Shape 109"/>
        <p:cNvGrpSpPr/>
        <p:nvPr/>
      </p:nvGrpSpPr>
      <p:grpSpPr>
        <a:xfrm>
          <a:off x="0" y="0"/>
          <a:ext cx="0" cy="0"/>
          <a:chOff x="0" y="0"/>
          <a:chExt cx="0" cy="0"/>
        </a:xfrm>
      </p:grpSpPr>
      <p:sp>
        <p:nvSpPr>
          <p:cNvPr id="110" name="Google Shape;110;p78"/>
          <p:cNvSpPr txBox="1"/>
          <p:nvPr>
            <p:ph type="title"/>
          </p:nvPr>
        </p:nvSpPr>
        <p:spPr>
          <a:xfrm>
            <a:off x="393699" y="777242"/>
            <a:ext cx="11391901" cy="97536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 name="Google Shape;111;p78"/>
          <p:cNvSpPr txBox="1"/>
          <p:nvPr>
            <p:ph idx="1" type="body"/>
          </p:nvPr>
        </p:nvSpPr>
        <p:spPr>
          <a:xfrm>
            <a:off x="442383" y="2048938"/>
            <a:ext cx="1950860" cy="146526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2" name="Google Shape;112;p78"/>
          <p:cNvSpPr txBox="1"/>
          <p:nvPr>
            <p:ph idx="2" type="body"/>
          </p:nvPr>
        </p:nvSpPr>
        <p:spPr>
          <a:xfrm>
            <a:off x="2777595" y="2048938"/>
            <a:ext cx="1953683" cy="146526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3" name="Google Shape;113;p78"/>
          <p:cNvSpPr txBox="1"/>
          <p:nvPr>
            <p:ph idx="3" type="body"/>
          </p:nvPr>
        </p:nvSpPr>
        <p:spPr>
          <a:xfrm>
            <a:off x="5115630" y="2048938"/>
            <a:ext cx="1951567" cy="146526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4" name="Google Shape;114;p78"/>
          <p:cNvSpPr txBox="1"/>
          <p:nvPr>
            <p:ph idx="4" type="body"/>
          </p:nvPr>
        </p:nvSpPr>
        <p:spPr>
          <a:xfrm>
            <a:off x="7451549" y="2048938"/>
            <a:ext cx="1951567" cy="146526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5" name="Google Shape;115;p78"/>
          <p:cNvSpPr txBox="1"/>
          <p:nvPr>
            <p:ph idx="5" type="body"/>
          </p:nvPr>
        </p:nvSpPr>
        <p:spPr>
          <a:xfrm>
            <a:off x="9787467" y="2048938"/>
            <a:ext cx="1949451" cy="146526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78"/>
          <p:cNvSpPr txBox="1"/>
          <p:nvPr>
            <p:ph idx="6" type="body"/>
          </p:nvPr>
        </p:nvSpPr>
        <p:spPr>
          <a:xfrm>
            <a:off x="442383" y="4105803"/>
            <a:ext cx="1951567" cy="146526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78"/>
          <p:cNvSpPr txBox="1"/>
          <p:nvPr>
            <p:ph idx="7" type="body"/>
          </p:nvPr>
        </p:nvSpPr>
        <p:spPr>
          <a:xfrm>
            <a:off x="2777067" y="4105804"/>
            <a:ext cx="1954211" cy="146526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8" name="Google Shape;118;p78"/>
          <p:cNvSpPr txBox="1"/>
          <p:nvPr>
            <p:ph idx="8" type="body"/>
          </p:nvPr>
        </p:nvSpPr>
        <p:spPr>
          <a:xfrm>
            <a:off x="5115630" y="4105803"/>
            <a:ext cx="1951567" cy="146526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9" name="Google Shape;119;p78"/>
          <p:cNvSpPr txBox="1"/>
          <p:nvPr>
            <p:ph idx="9" type="body"/>
          </p:nvPr>
        </p:nvSpPr>
        <p:spPr>
          <a:xfrm>
            <a:off x="7451549" y="4105272"/>
            <a:ext cx="1951567" cy="146526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0" name="Google Shape;120;p78"/>
          <p:cNvSpPr txBox="1"/>
          <p:nvPr>
            <p:ph idx="13" type="body"/>
          </p:nvPr>
        </p:nvSpPr>
        <p:spPr>
          <a:xfrm>
            <a:off x="9787467" y="4105272"/>
            <a:ext cx="1949451" cy="146526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1" name="Google Shape;121;p78"/>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2" name="Google Shape;122;p78"/>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 Check Question (1of 2)">
  <p:cSld name="Concept Check Question (1of 2)">
    <p:spTree>
      <p:nvGrpSpPr>
        <p:cNvPr id="130" name="Shape 130"/>
        <p:cNvGrpSpPr/>
        <p:nvPr/>
      </p:nvGrpSpPr>
      <p:grpSpPr>
        <a:xfrm>
          <a:off x="0" y="0"/>
          <a:ext cx="0" cy="0"/>
          <a:chOff x="0" y="0"/>
          <a:chExt cx="0" cy="0"/>
        </a:xfrm>
      </p:grpSpPr>
      <p:sp>
        <p:nvSpPr>
          <p:cNvPr id="131" name="Google Shape;131;p81"/>
          <p:cNvSpPr txBox="1"/>
          <p:nvPr>
            <p:ph type="title"/>
          </p:nvPr>
        </p:nvSpPr>
        <p:spPr>
          <a:xfrm>
            <a:off x="406400" y="762001"/>
            <a:ext cx="11379200" cy="9906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4000"/>
              <a:buFont typeface="Calibri"/>
              <a:buNone/>
              <a:defRPr b="0" i="0" sz="40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 name="Google Shape;132;p81"/>
          <p:cNvSpPr txBox="1"/>
          <p:nvPr>
            <p:ph idx="1" type="body"/>
          </p:nvPr>
        </p:nvSpPr>
        <p:spPr>
          <a:xfrm>
            <a:off x="406400" y="1752600"/>
            <a:ext cx="11379200" cy="44196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1pPr>
            <a:lvl2pPr indent="-406400" lvl="1" marL="914400" marR="0" rtl="0" algn="l">
              <a:lnSpc>
                <a:spcPct val="90000"/>
              </a:lnSpc>
              <a:spcBef>
                <a:spcPts val="1000"/>
              </a:spcBef>
              <a:spcAft>
                <a:spcPts val="0"/>
              </a:spcAft>
              <a:buClr>
                <a:schemeClr val="accent2"/>
              </a:buClr>
              <a:buSzPts val="2800"/>
              <a:buFont typeface="Calibri"/>
              <a:buAutoNum type="alphaLcPeriod"/>
              <a:defRPr b="0" i="0" sz="28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3" name="Google Shape;133;p81"/>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a:solidFill>
                  <a:schemeClr val="dk1"/>
                </a:solidFill>
                <a:latin typeface="Calibri"/>
                <a:ea typeface="Calibri"/>
                <a:cs typeface="Calibri"/>
                <a:sym typeface="Calibri"/>
              </a:defRPr>
            </a:lvl1pPr>
            <a:lvl2pPr indent="0" lvl="1" marL="0" algn="r">
              <a:spcBef>
                <a:spcPts val="0"/>
              </a:spcBef>
              <a:buNone/>
              <a:defRPr b="0" i="0" sz="1200">
                <a:solidFill>
                  <a:schemeClr val="dk1"/>
                </a:solidFill>
                <a:latin typeface="Calibri"/>
                <a:ea typeface="Calibri"/>
                <a:cs typeface="Calibri"/>
                <a:sym typeface="Calibri"/>
              </a:defRPr>
            </a:lvl2pPr>
            <a:lvl3pPr indent="0" lvl="2" marL="0" algn="r">
              <a:spcBef>
                <a:spcPts val="0"/>
              </a:spcBef>
              <a:buNone/>
              <a:defRPr b="0" i="0" sz="1200">
                <a:solidFill>
                  <a:schemeClr val="dk1"/>
                </a:solidFill>
                <a:latin typeface="Calibri"/>
                <a:ea typeface="Calibri"/>
                <a:cs typeface="Calibri"/>
                <a:sym typeface="Calibri"/>
              </a:defRPr>
            </a:lvl3pPr>
            <a:lvl4pPr indent="0" lvl="3" marL="0" algn="r">
              <a:spcBef>
                <a:spcPts val="0"/>
              </a:spcBef>
              <a:buNone/>
              <a:defRPr b="0" i="0" sz="1200">
                <a:solidFill>
                  <a:schemeClr val="dk1"/>
                </a:solidFill>
                <a:latin typeface="Calibri"/>
                <a:ea typeface="Calibri"/>
                <a:cs typeface="Calibri"/>
                <a:sym typeface="Calibri"/>
              </a:defRPr>
            </a:lvl4pPr>
            <a:lvl5pPr indent="0" lvl="4" marL="0" algn="r">
              <a:spcBef>
                <a:spcPts val="0"/>
              </a:spcBef>
              <a:buNone/>
              <a:defRPr b="0" i="0" sz="1200">
                <a:solidFill>
                  <a:schemeClr val="dk1"/>
                </a:solidFill>
                <a:latin typeface="Calibri"/>
                <a:ea typeface="Calibri"/>
                <a:cs typeface="Calibri"/>
                <a:sym typeface="Calibri"/>
              </a:defRPr>
            </a:lvl5pPr>
            <a:lvl6pPr indent="0" lvl="5" marL="0" algn="r">
              <a:spcBef>
                <a:spcPts val="0"/>
              </a:spcBef>
              <a:buNone/>
              <a:defRPr b="0" i="0" sz="1200">
                <a:solidFill>
                  <a:schemeClr val="dk1"/>
                </a:solidFill>
                <a:latin typeface="Calibri"/>
                <a:ea typeface="Calibri"/>
                <a:cs typeface="Calibri"/>
                <a:sym typeface="Calibri"/>
              </a:defRPr>
            </a:lvl6pPr>
            <a:lvl7pPr indent="0" lvl="6" marL="0" algn="r">
              <a:spcBef>
                <a:spcPts val="0"/>
              </a:spcBef>
              <a:buNone/>
              <a:defRPr b="0" i="0" sz="1200">
                <a:solidFill>
                  <a:schemeClr val="dk1"/>
                </a:solidFill>
                <a:latin typeface="Calibri"/>
                <a:ea typeface="Calibri"/>
                <a:cs typeface="Calibri"/>
                <a:sym typeface="Calibri"/>
              </a:defRPr>
            </a:lvl7pPr>
            <a:lvl8pPr indent="0" lvl="7" marL="0" algn="r">
              <a:spcBef>
                <a:spcPts val="0"/>
              </a:spcBef>
              <a:buNone/>
              <a:defRPr b="0" i="0" sz="1200">
                <a:solidFill>
                  <a:schemeClr val="dk1"/>
                </a:solidFill>
                <a:latin typeface="Calibri"/>
                <a:ea typeface="Calibri"/>
                <a:cs typeface="Calibri"/>
                <a:sym typeface="Calibri"/>
              </a:defRPr>
            </a:lvl8pPr>
            <a:lvl9pPr indent="0" lvl="8" marL="0" algn="r">
              <a:spcBef>
                <a:spcPts val="0"/>
              </a:spcBef>
              <a:buNone/>
              <a:defRPr b="0" i="0" sz="1200">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134" name="Google Shape;134;p81"/>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i="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 Check Question (2of 2)">
  <p:cSld name="Concept Check Question (2of 2)">
    <p:spTree>
      <p:nvGrpSpPr>
        <p:cNvPr id="135" name="Shape 135"/>
        <p:cNvGrpSpPr/>
        <p:nvPr/>
      </p:nvGrpSpPr>
      <p:grpSpPr>
        <a:xfrm>
          <a:off x="0" y="0"/>
          <a:ext cx="0" cy="0"/>
          <a:chOff x="0" y="0"/>
          <a:chExt cx="0" cy="0"/>
        </a:xfrm>
      </p:grpSpPr>
      <p:sp>
        <p:nvSpPr>
          <p:cNvPr id="136" name="Google Shape;136;p82"/>
          <p:cNvSpPr txBox="1"/>
          <p:nvPr>
            <p:ph type="title"/>
          </p:nvPr>
        </p:nvSpPr>
        <p:spPr>
          <a:xfrm>
            <a:off x="398272" y="762002"/>
            <a:ext cx="11387328" cy="9906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 name="Google Shape;137;p82"/>
          <p:cNvSpPr txBox="1"/>
          <p:nvPr>
            <p:ph idx="1" type="body"/>
          </p:nvPr>
        </p:nvSpPr>
        <p:spPr>
          <a:xfrm>
            <a:off x="406400" y="1752600"/>
            <a:ext cx="11379200" cy="44196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1pPr>
            <a:lvl2pPr indent="-228600" lvl="1" marL="914400" marR="0" rtl="0" algn="l">
              <a:lnSpc>
                <a:spcPct val="90000"/>
              </a:lnSpc>
              <a:spcBef>
                <a:spcPts val="1000"/>
              </a:spcBef>
              <a:spcAft>
                <a:spcPts val="0"/>
              </a:spcAft>
              <a:buClr>
                <a:schemeClr val="dk1"/>
              </a:buClr>
              <a:buSzPts val="2800"/>
              <a:buFont typeface="Calibri"/>
              <a:buNone/>
              <a:defRPr b="0" i="0" sz="28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8" name="Google Shape;138;p82"/>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a:solidFill>
                  <a:schemeClr val="dk1"/>
                </a:solidFill>
                <a:latin typeface="Calibri"/>
                <a:ea typeface="Calibri"/>
                <a:cs typeface="Calibri"/>
                <a:sym typeface="Calibri"/>
              </a:defRPr>
            </a:lvl1pPr>
            <a:lvl2pPr indent="0" lvl="1" marL="0" algn="r">
              <a:spcBef>
                <a:spcPts val="0"/>
              </a:spcBef>
              <a:buNone/>
              <a:defRPr b="0" i="0" sz="1200">
                <a:solidFill>
                  <a:schemeClr val="dk1"/>
                </a:solidFill>
                <a:latin typeface="Calibri"/>
                <a:ea typeface="Calibri"/>
                <a:cs typeface="Calibri"/>
                <a:sym typeface="Calibri"/>
              </a:defRPr>
            </a:lvl2pPr>
            <a:lvl3pPr indent="0" lvl="2" marL="0" algn="r">
              <a:spcBef>
                <a:spcPts val="0"/>
              </a:spcBef>
              <a:buNone/>
              <a:defRPr b="0" i="0" sz="1200">
                <a:solidFill>
                  <a:schemeClr val="dk1"/>
                </a:solidFill>
                <a:latin typeface="Calibri"/>
                <a:ea typeface="Calibri"/>
                <a:cs typeface="Calibri"/>
                <a:sym typeface="Calibri"/>
              </a:defRPr>
            </a:lvl3pPr>
            <a:lvl4pPr indent="0" lvl="3" marL="0" algn="r">
              <a:spcBef>
                <a:spcPts val="0"/>
              </a:spcBef>
              <a:buNone/>
              <a:defRPr b="0" i="0" sz="1200">
                <a:solidFill>
                  <a:schemeClr val="dk1"/>
                </a:solidFill>
                <a:latin typeface="Calibri"/>
                <a:ea typeface="Calibri"/>
                <a:cs typeface="Calibri"/>
                <a:sym typeface="Calibri"/>
              </a:defRPr>
            </a:lvl4pPr>
            <a:lvl5pPr indent="0" lvl="4" marL="0" algn="r">
              <a:spcBef>
                <a:spcPts val="0"/>
              </a:spcBef>
              <a:buNone/>
              <a:defRPr b="0" i="0" sz="1200">
                <a:solidFill>
                  <a:schemeClr val="dk1"/>
                </a:solidFill>
                <a:latin typeface="Calibri"/>
                <a:ea typeface="Calibri"/>
                <a:cs typeface="Calibri"/>
                <a:sym typeface="Calibri"/>
              </a:defRPr>
            </a:lvl5pPr>
            <a:lvl6pPr indent="0" lvl="5" marL="0" algn="r">
              <a:spcBef>
                <a:spcPts val="0"/>
              </a:spcBef>
              <a:buNone/>
              <a:defRPr b="0" i="0" sz="1200">
                <a:solidFill>
                  <a:schemeClr val="dk1"/>
                </a:solidFill>
                <a:latin typeface="Calibri"/>
                <a:ea typeface="Calibri"/>
                <a:cs typeface="Calibri"/>
                <a:sym typeface="Calibri"/>
              </a:defRPr>
            </a:lvl6pPr>
            <a:lvl7pPr indent="0" lvl="6" marL="0" algn="r">
              <a:spcBef>
                <a:spcPts val="0"/>
              </a:spcBef>
              <a:buNone/>
              <a:defRPr b="0" i="0" sz="1200">
                <a:solidFill>
                  <a:schemeClr val="dk1"/>
                </a:solidFill>
                <a:latin typeface="Calibri"/>
                <a:ea typeface="Calibri"/>
                <a:cs typeface="Calibri"/>
                <a:sym typeface="Calibri"/>
              </a:defRPr>
            </a:lvl7pPr>
            <a:lvl8pPr indent="0" lvl="7" marL="0" algn="r">
              <a:spcBef>
                <a:spcPts val="0"/>
              </a:spcBef>
              <a:buNone/>
              <a:defRPr b="0" i="0" sz="1200">
                <a:solidFill>
                  <a:schemeClr val="dk1"/>
                </a:solidFill>
                <a:latin typeface="Calibri"/>
                <a:ea typeface="Calibri"/>
                <a:cs typeface="Calibri"/>
                <a:sym typeface="Calibri"/>
              </a:defRPr>
            </a:lvl8pPr>
            <a:lvl9pPr indent="0" lvl="8" marL="0" algn="r">
              <a:spcBef>
                <a:spcPts val="0"/>
              </a:spcBef>
              <a:buNone/>
              <a:defRPr b="0" i="0" sz="1200">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139" name="Google Shape;139;p82"/>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i="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Term: Version A">
  <p:cSld name="Key Term: Version A">
    <p:spTree>
      <p:nvGrpSpPr>
        <p:cNvPr id="147" name="Shape 147"/>
        <p:cNvGrpSpPr/>
        <p:nvPr/>
      </p:nvGrpSpPr>
      <p:grpSpPr>
        <a:xfrm>
          <a:off x="0" y="0"/>
          <a:ext cx="0" cy="0"/>
          <a:chOff x="0" y="0"/>
          <a:chExt cx="0" cy="0"/>
        </a:xfrm>
      </p:grpSpPr>
      <p:sp>
        <p:nvSpPr>
          <p:cNvPr id="148" name="Google Shape;148;p84"/>
          <p:cNvSpPr txBox="1"/>
          <p:nvPr>
            <p:ph type="title"/>
          </p:nvPr>
        </p:nvSpPr>
        <p:spPr>
          <a:xfrm>
            <a:off x="406400" y="768351"/>
            <a:ext cx="11379200" cy="990599"/>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84"/>
          <p:cNvSpPr txBox="1"/>
          <p:nvPr>
            <p:ph idx="1" type="body"/>
          </p:nvPr>
        </p:nvSpPr>
        <p:spPr>
          <a:xfrm>
            <a:off x="406400" y="1752600"/>
            <a:ext cx="11379200" cy="4114800"/>
          </a:xfrm>
          <a:prstGeom prst="rect">
            <a:avLst/>
          </a:prstGeom>
          <a:noFill/>
          <a:ln>
            <a:noFill/>
          </a:ln>
        </p:spPr>
        <p:txBody>
          <a:bodyPr anchorCtr="0" anchor="t" bIns="45700" lIns="91425" spcFirstLastPara="1" rIns="91425" wrap="square" tIns="45700">
            <a:noAutofit/>
          </a:bodyPr>
          <a:lstStyle>
            <a:lvl1pPr indent="-419100" lvl="0" marL="457200" marR="0" rtl="0" algn="l">
              <a:lnSpc>
                <a:spcPct val="90000"/>
              </a:lnSpc>
              <a:spcBef>
                <a:spcPts val="100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1pPr>
            <a:lvl2pPr indent="-406400" lvl="1" marL="914400" marR="0" rtl="0" algn="l">
              <a:lnSpc>
                <a:spcPct val="90000"/>
              </a:lnSpc>
              <a:spcBef>
                <a:spcPts val="1000"/>
              </a:spcBef>
              <a:spcAft>
                <a:spcPts val="0"/>
              </a:spcAft>
              <a:buClr>
                <a:schemeClr val="dk1"/>
              </a:buClr>
              <a:buSzPts val="2800"/>
              <a:buFont typeface="Calibri"/>
              <a:buAutoNum type="alphaLcPeriod"/>
              <a:defRPr b="0" i="0" sz="28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0" name="Google Shape;150;p84"/>
          <p:cNvSpPr txBox="1"/>
          <p:nvPr>
            <p:ph idx="2" type="body"/>
          </p:nvPr>
        </p:nvSpPr>
        <p:spPr>
          <a:xfrm>
            <a:off x="406400" y="5867400"/>
            <a:ext cx="11379200" cy="609600"/>
          </a:xfrm>
          <a:prstGeom prst="rect">
            <a:avLst/>
          </a:prstGeom>
          <a:noFill/>
          <a:ln>
            <a:noFill/>
          </a:ln>
        </p:spPr>
        <p:txBody>
          <a:bodyPr anchorCtr="0" anchor="t" bIns="45700" lIns="91425" spcFirstLastPara="1" rIns="91425" wrap="square" tIns="45700">
            <a:noAutofit/>
          </a:bodyPr>
          <a:lstStyle>
            <a:lvl1pPr indent="-228600" lvl="0" marL="457200" marR="0" rtl="0" algn="r">
              <a:lnSpc>
                <a:spcPct val="90000"/>
              </a:lnSpc>
              <a:spcBef>
                <a:spcPts val="1000"/>
              </a:spcBef>
              <a:spcAft>
                <a:spcPts val="0"/>
              </a:spcAft>
              <a:buClr>
                <a:schemeClr val="dk1"/>
              </a:buClr>
              <a:buSzPts val="2200"/>
              <a:buFont typeface="Arial"/>
              <a:buNone/>
              <a:defRPr b="0" i="0" sz="2200" u="none" cap="none" strike="noStrike">
                <a:solidFill>
                  <a:schemeClr val="dk1"/>
                </a:solidFill>
                <a:latin typeface="Calibri"/>
                <a:ea typeface="Calibri"/>
                <a:cs typeface="Calibri"/>
                <a:sym typeface="Calibri"/>
              </a:defRPr>
            </a:lvl1pPr>
            <a:lvl2pPr indent="-381000" lvl="1" marL="914400" marR="0" rtl="0" algn="r">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r">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84"/>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a:solidFill>
                  <a:schemeClr val="dk1"/>
                </a:solidFill>
                <a:latin typeface="Calibri"/>
                <a:ea typeface="Calibri"/>
                <a:cs typeface="Calibri"/>
                <a:sym typeface="Calibri"/>
              </a:defRPr>
            </a:lvl1pPr>
            <a:lvl2pPr indent="0" lvl="1" marL="0" algn="r">
              <a:spcBef>
                <a:spcPts val="0"/>
              </a:spcBef>
              <a:buNone/>
              <a:defRPr b="0" i="0" sz="1200">
                <a:solidFill>
                  <a:schemeClr val="dk1"/>
                </a:solidFill>
                <a:latin typeface="Calibri"/>
                <a:ea typeface="Calibri"/>
                <a:cs typeface="Calibri"/>
                <a:sym typeface="Calibri"/>
              </a:defRPr>
            </a:lvl2pPr>
            <a:lvl3pPr indent="0" lvl="2" marL="0" algn="r">
              <a:spcBef>
                <a:spcPts val="0"/>
              </a:spcBef>
              <a:buNone/>
              <a:defRPr b="0" i="0" sz="1200">
                <a:solidFill>
                  <a:schemeClr val="dk1"/>
                </a:solidFill>
                <a:latin typeface="Calibri"/>
                <a:ea typeface="Calibri"/>
                <a:cs typeface="Calibri"/>
                <a:sym typeface="Calibri"/>
              </a:defRPr>
            </a:lvl3pPr>
            <a:lvl4pPr indent="0" lvl="3" marL="0" algn="r">
              <a:spcBef>
                <a:spcPts val="0"/>
              </a:spcBef>
              <a:buNone/>
              <a:defRPr b="0" i="0" sz="1200">
                <a:solidFill>
                  <a:schemeClr val="dk1"/>
                </a:solidFill>
                <a:latin typeface="Calibri"/>
                <a:ea typeface="Calibri"/>
                <a:cs typeface="Calibri"/>
                <a:sym typeface="Calibri"/>
              </a:defRPr>
            </a:lvl4pPr>
            <a:lvl5pPr indent="0" lvl="4" marL="0" algn="r">
              <a:spcBef>
                <a:spcPts val="0"/>
              </a:spcBef>
              <a:buNone/>
              <a:defRPr b="0" i="0" sz="1200">
                <a:solidFill>
                  <a:schemeClr val="dk1"/>
                </a:solidFill>
                <a:latin typeface="Calibri"/>
                <a:ea typeface="Calibri"/>
                <a:cs typeface="Calibri"/>
                <a:sym typeface="Calibri"/>
              </a:defRPr>
            </a:lvl5pPr>
            <a:lvl6pPr indent="0" lvl="5" marL="0" algn="r">
              <a:spcBef>
                <a:spcPts val="0"/>
              </a:spcBef>
              <a:buNone/>
              <a:defRPr b="0" i="0" sz="1200">
                <a:solidFill>
                  <a:schemeClr val="dk1"/>
                </a:solidFill>
                <a:latin typeface="Calibri"/>
                <a:ea typeface="Calibri"/>
                <a:cs typeface="Calibri"/>
                <a:sym typeface="Calibri"/>
              </a:defRPr>
            </a:lvl6pPr>
            <a:lvl7pPr indent="0" lvl="6" marL="0" algn="r">
              <a:spcBef>
                <a:spcPts val="0"/>
              </a:spcBef>
              <a:buNone/>
              <a:defRPr b="0" i="0" sz="1200">
                <a:solidFill>
                  <a:schemeClr val="dk1"/>
                </a:solidFill>
                <a:latin typeface="Calibri"/>
                <a:ea typeface="Calibri"/>
                <a:cs typeface="Calibri"/>
                <a:sym typeface="Calibri"/>
              </a:defRPr>
            </a:lvl7pPr>
            <a:lvl8pPr indent="0" lvl="7" marL="0" algn="r">
              <a:spcBef>
                <a:spcPts val="0"/>
              </a:spcBef>
              <a:buNone/>
              <a:defRPr b="0" i="0" sz="1200">
                <a:solidFill>
                  <a:schemeClr val="dk1"/>
                </a:solidFill>
                <a:latin typeface="Calibri"/>
                <a:ea typeface="Calibri"/>
                <a:cs typeface="Calibri"/>
                <a:sym typeface="Calibri"/>
              </a:defRPr>
            </a:lvl8pPr>
            <a:lvl9pPr indent="0" lvl="8" marL="0" algn="r">
              <a:spcBef>
                <a:spcPts val="0"/>
              </a:spcBef>
              <a:buNone/>
              <a:defRPr b="0" i="0" sz="1200">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152" name="Google Shape;152;p84"/>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i="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Term: Version B">
  <p:cSld name="Key Term: Version B">
    <p:spTree>
      <p:nvGrpSpPr>
        <p:cNvPr id="153" name="Shape 153"/>
        <p:cNvGrpSpPr/>
        <p:nvPr/>
      </p:nvGrpSpPr>
      <p:grpSpPr>
        <a:xfrm>
          <a:off x="0" y="0"/>
          <a:ext cx="0" cy="0"/>
          <a:chOff x="0" y="0"/>
          <a:chExt cx="0" cy="0"/>
        </a:xfrm>
      </p:grpSpPr>
      <p:sp>
        <p:nvSpPr>
          <p:cNvPr id="154" name="Google Shape;154;p85"/>
          <p:cNvSpPr txBox="1"/>
          <p:nvPr>
            <p:ph type="title"/>
          </p:nvPr>
        </p:nvSpPr>
        <p:spPr>
          <a:xfrm>
            <a:off x="406400" y="914402"/>
            <a:ext cx="11379200" cy="990599"/>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4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 name="Google Shape;155;p85"/>
          <p:cNvSpPr txBox="1"/>
          <p:nvPr>
            <p:ph idx="1" type="body"/>
          </p:nvPr>
        </p:nvSpPr>
        <p:spPr>
          <a:xfrm>
            <a:off x="406400" y="1905000"/>
            <a:ext cx="11379200" cy="3962400"/>
          </a:xfrm>
          <a:prstGeom prst="rect">
            <a:avLst/>
          </a:prstGeom>
          <a:noFill/>
          <a:ln>
            <a:noFill/>
          </a:ln>
        </p:spPr>
        <p:txBody>
          <a:bodyPr anchorCtr="0" anchor="t" bIns="45700" lIns="91425" spcFirstLastPara="1" rIns="91425" wrap="square" tIns="45700">
            <a:noAutofit/>
          </a:bodyPr>
          <a:lstStyle>
            <a:lvl1pPr indent="-419100" lvl="0" marL="457200" marR="0" rtl="0" algn="l">
              <a:lnSpc>
                <a:spcPct val="90000"/>
              </a:lnSpc>
              <a:spcBef>
                <a:spcPts val="1000"/>
              </a:spcBef>
              <a:spcAft>
                <a:spcPts val="0"/>
              </a:spcAft>
              <a:buClr>
                <a:schemeClr val="accent2"/>
              </a:buClr>
              <a:buSzPts val="3000"/>
              <a:buFont typeface="Arial"/>
              <a:buChar char="•"/>
              <a:defRPr b="0" i="0" sz="3000" u="none" cap="none" strike="noStrike">
                <a:solidFill>
                  <a:schemeClr val="dk1"/>
                </a:solidFill>
                <a:latin typeface="Calibri"/>
                <a:ea typeface="Calibri"/>
                <a:cs typeface="Calibri"/>
                <a:sym typeface="Calibri"/>
              </a:defRPr>
            </a:lvl1pPr>
            <a:lvl2pPr indent="-406400" lvl="1" marL="914400" marR="0" rtl="0" algn="l">
              <a:lnSpc>
                <a:spcPct val="90000"/>
              </a:lnSpc>
              <a:spcBef>
                <a:spcPts val="1000"/>
              </a:spcBef>
              <a:spcAft>
                <a:spcPts val="0"/>
              </a:spcAft>
              <a:buClr>
                <a:schemeClr val="dk1"/>
              </a:buClr>
              <a:buSzPts val="2800"/>
              <a:buFont typeface="Calibri"/>
              <a:buAutoNum type="alphaLcPeriod"/>
              <a:defRPr b="0" i="0" sz="28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6" name="Google Shape;156;p85"/>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a:solidFill>
                  <a:schemeClr val="dk1"/>
                </a:solidFill>
                <a:latin typeface="Calibri"/>
                <a:ea typeface="Calibri"/>
                <a:cs typeface="Calibri"/>
                <a:sym typeface="Calibri"/>
              </a:defRPr>
            </a:lvl1pPr>
            <a:lvl2pPr indent="0" lvl="1" marL="0" algn="r">
              <a:spcBef>
                <a:spcPts val="0"/>
              </a:spcBef>
              <a:buNone/>
              <a:defRPr b="0" i="0" sz="1200">
                <a:solidFill>
                  <a:schemeClr val="dk1"/>
                </a:solidFill>
                <a:latin typeface="Calibri"/>
                <a:ea typeface="Calibri"/>
                <a:cs typeface="Calibri"/>
                <a:sym typeface="Calibri"/>
              </a:defRPr>
            </a:lvl2pPr>
            <a:lvl3pPr indent="0" lvl="2" marL="0" algn="r">
              <a:spcBef>
                <a:spcPts val="0"/>
              </a:spcBef>
              <a:buNone/>
              <a:defRPr b="0" i="0" sz="1200">
                <a:solidFill>
                  <a:schemeClr val="dk1"/>
                </a:solidFill>
                <a:latin typeface="Calibri"/>
                <a:ea typeface="Calibri"/>
                <a:cs typeface="Calibri"/>
                <a:sym typeface="Calibri"/>
              </a:defRPr>
            </a:lvl3pPr>
            <a:lvl4pPr indent="0" lvl="3" marL="0" algn="r">
              <a:spcBef>
                <a:spcPts val="0"/>
              </a:spcBef>
              <a:buNone/>
              <a:defRPr b="0" i="0" sz="1200">
                <a:solidFill>
                  <a:schemeClr val="dk1"/>
                </a:solidFill>
                <a:latin typeface="Calibri"/>
                <a:ea typeface="Calibri"/>
                <a:cs typeface="Calibri"/>
                <a:sym typeface="Calibri"/>
              </a:defRPr>
            </a:lvl4pPr>
            <a:lvl5pPr indent="0" lvl="4" marL="0" algn="r">
              <a:spcBef>
                <a:spcPts val="0"/>
              </a:spcBef>
              <a:buNone/>
              <a:defRPr b="0" i="0" sz="1200">
                <a:solidFill>
                  <a:schemeClr val="dk1"/>
                </a:solidFill>
                <a:latin typeface="Calibri"/>
                <a:ea typeface="Calibri"/>
                <a:cs typeface="Calibri"/>
                <a:sym typeface="Calibri"/>
              </a:defRPr>
            </a:lvl5pPr>
            <a:lvl6pPr indent="0" lvl="5" marL="0" algn="r">
              <a:spcBef>
                <a:spcPts val="0"/>
              </a:spcBef>
              <a:buNone/>
              <a:defRPr b="0" i="0" sz="1200">
                <a:solidFill>
                  <a:schemeClr val="dk1"/>
                </a:solidFill>
                <a:latin typeface="Calibri"/>
                <a:ea typeface="Calibri"/>
                <a:cs typeface="Calibri"/>
                <a:sym typeface="Calibri"/>
              </a:defRPr>
            </a:lvl6pPr>
            <a:lvl7pPr indent="0" lvl="6" marL="0" algn="r">
              <a:spcBef>
                <a:spcPts val="0"/>
              </a:spcBef>
              <a:buNone/>
              <a:defRPr b="0" i="0" sz="1200">
                <a:solidFill>
                  <a:schemeClr val="dk1"/>
                </a:solidFill>
                <a:latin typeface="Calibri"/>
                <a:ea typeface="Calibri"/>
                <a:cs typeface="Calibri"/>
                <a:sym typeface="Calibri"/>
              </a:defRPr>
            </a:lvl7pPr>
            <a:lvl8pPr indent="0" lvl="7" marL="0" algn="r">
              <a:spcBef>
                <a:spcPts val="0"/>
              </a:spcBef>
              <a:buNone/>
              <a:defRPr b="0" i="0" sz="1200">
                <a:solidFill>
                  <a:schemeClr val="dk1"/>
                </a:solidFill>
                <a:latin typeface="Calibri"/>
                <a:ea typeface="Calibri"/>
                <a:cs typeface="Calibri"/>
                <a:sym typeface="Calibri"/>
              </a:defRPr>
            </a:lvl8pPr>
            <a:lvl9pPr indent="0" lvl="8" marL="0" algn="r">
              <a:spcBef>
                <a:spcPts val="0"/>
              </a:spcBef>
              <a:buNone/>
              <a:defRPr b="0" i="0" sz="1200">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157" name="Google Shape;157;p85"/>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i="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for Figure">
  <p:cSld name="Section for Figure">
    <p:spTree>
      <p:nvGrpSpPr>
        <p:cNvPr id="165" name="Shape 165"/>
        <p:cNvGrpSpPr/>
        <p:nvPr/>
      </p:nvGrpSpPr>
      <p:grpSpPr>
        <a:xfrm>
          <a:off x="0" y="0"/>
          <a:ext cx="0" cy="0"/>
          <a:chOff x="0" y="0"/>
          <a:chExt cx="0" cy="0"/>
        </a:xfrm>
      </p:grpSpPr>
      <p:sp>
        <p:nvSpPr>
          <p:cNvPr id="166" name="Google Shape;166;p87"/>
          <p:cNvSpPr txBox="1"/>
          <p:nvPr>
            <p:ph type="title"/>
          </p:nvPr>
        </p:nvSpPr>
        <p:spPr>
          <a:xfrm>
            <a:off x="406400" y="762001"/>
            <a:ext cx="11379200" cy="9906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4000"/>
              <a:buFont typeface="Calibri"/>
              <a:buNone/>
              <a:defRPr b="0" i="0" sz="40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87"/>
          <p:cNvSpPr txBox="1"/>
          <p:nvPr>
            <p:ph idx="1" type="body"/>
          </p:nvPr>
        </p:nvSpPr>
        <p:spPr>
          <a:xfrm>
            <a:off x="406400" y="1752600"/>
            <a:ext cx="11379200" cy="32766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8" name="Google Shape;168;p87"/>
          <p:cNvSpPr txBox="1"/>
          <p:nvPr>
            <p:ph idx="2" type="body"/>
          </p:nvPr>
        </p:nvSpPr>
        <p:spPr>
          <a:xfrm>
            <a:off x="406400" y="5029200"/>
            <a:ext cx="11379200" cy="1143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1pPr>
            <a:lvl2pPr indent="-406400" lvl="1" marL="914400" marR="0" rtl="0" algn="l">
              <a:lnSpc>
                <a:spcPct val="90000"/>
              </a:lnSpc>
              <a:spcBef>
                <a:spcPts val="1000"/>
              </a:spcBef>
              <a:spcAft>
                <a:spcPts val="0"/>
              </a:spcAft>
              <a:buClr>
                <a:schemeClr val="dk1"/>
              </a:buClr>
              <a:buSzPts val="2800"/>
              <a:buFont typeface="Calibri"/>
              <a:buAutoNum type="alphaLcPeriod"/>
              <a:defRPr b="0" i="0" sz="28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87"/>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a:solidFill>
                  <a:schemeClr val="dk1"/>
                </a:solidFill>
                <a:latin typeface="Calibri"/>
                <a:ea typeface="Calibri"/>
                <a:cs typeface="Calibri"/>
                <a:sym typeface="Calibri"/>
              </a:defRPr>
            </a:lvl1pPr>
            <a:lvl2pPr indent="0" lvl="1" marL="0" algn="r">
              <a:spcBef>
                <a:spcPts val="0"/>
              </a:spcBef>
              <a:buNone/>
              <a:defRPr b="0" i="0" sz="1200">
                <a:solidFill>
                  <a:schemeClr val="dk1"/>
                </a:solidFill>
                <a:latin typeface="Calibri"/>
                <a:ea typeface="Calibri"/>
                <a:cs typeface="Calibri"/>
                <a:sym typeface="Calibri"/>
              </a:defRPr>
            </a:lvl2pPr>
            <a:lvl3pPr indent="0" lvl="2" marL="0" algn="r">
              <a:spcBef>
                <a:spcPts val="0"/>
              </a:spcBef>
              <a:buNone/>
              <a:defRPr b="0" i="0" sz="1200">
                <a:solidFill>
                  <a:schemeClr val="dk1"/>
                </a:solidFill>
                <a:latin typeface="Calibri"/>
                <a:ea typeface="Calibri"/>
                <a:cs typeface="Calibri"/>
                <a:sym typeface="Calibri"/>
              </a:defRPr>
            </a:lvl3pPr>
            <a:lvl4pPr indent="0" lvl="3" marL="0" algn="r">
              <a:spcBef>
                <a:spcPts val="0"/>
              </a:spcBef>
              <a:buNone/>
              <a:defRPr b="0" i="0" sz="1200">
                <a:solidFill>
                  <a:schemeClr val="dk1"/>
                </a:solidFill>
                <a:latin typeface="Calibri"/>
                <a:ea typeface="Calibri"/>
                <a:cs typeface="Calibri"/>
                <a:sym typeface="Calibri"/>
              </a:defRPr>
            </a:lvl4pPr>
            <a:lvl5pPr indent="0" lvl="4" marL="0" algn="r">
              <a:spcBef>
                <a:spcPts val="0"/>
              </a:spcBef>
              <a:buNone/>
              <a:defRPr b="0" i="0" sz="1200">
                <a:solidFill>
                  <a:schemeClr val="dk1"/>
                </a:solidFill>
                <a:latin typeface="Calibri"/>
                <a:ea typeface="Calibri"/>
                <a:cs typeface="Calibri"/>
                <a:sym typeface="Calibri"/>
              </a:defRPr>
            </a:lvl5pPr>
            <a:lvl6pPr indent="0" lvl="5" marL="0" algn="r">
              <a:spcBef>
                <a:spcPts val="0"/>
              </a:spcBef>
              <a:buNone/>
              <a:defRPr b="0" i="0" sz="1200">
                <a:solidFill>
                  <a:schemeClr val="dk1"/>
                </a:solidFill>
                <a:latin typeface="Calibri"/>
                <a:ea typeface="Calibri"/>
                <a:cs typeface="Calibri"/>
                <a:sym typeface="Calibri"/>
              </a:defRPr>
            </a:lvl6pPr>
            <a:lvl7pPr indent="0" lvl="6" marL="0" algn="r">
              <a:spcBef>
                <a:spcPts val="0"/>
              </a:spcBef>
              <a:buNone/>
              <a:defRPr b="0" i="0" sz="1200">
                <a:solidFill>
                  <a:schemeClr val="dk1"/>
                </a:solidFill>
                <a:latin typeface="Calibri"/>
                <a:ea typeface="Calibri"/>
                <a:cs typeface="Calibri"/>
                <a:sym typeface="Calibri"/>
              </a:defRPr>
            </a:lvl7pPr>
            <a:lvl8pPr indent="0" lvl="7" marL="0" algn="r">
              <a:spcBef>
                <a:spcPts val="0"/>
              </a:spcBef>
              <a:buNone/>
              <a:defRPr b="0" i="0" sz="1200">
                <a:solidFill>
                  <a:schemeClr val="dk1"/>
                </a:solidFill>
                <a:latin typeface="Calibri"/>
                <a:ea typeface="Calibri"/>
                <a:cs typeface="Calibri"/>
                <a:sym typeface="Calibri"/>
              </a:defRPr>
            </a:lvl8pPr>
            <a:lvl9pPr indent="0" lvl="8" marL="0" algn="r">
              <a:spcBef>
                <a:spcPts val="0"/>
              </a:spcBef>
              <a:buNone/>
              <a:defRPr b="0" i="0" sz="1200">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170" name="Google Shape;170;p87"/>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i="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p:cSld name="Section">
    <p:spTree>
      <p:nvGrpSpPr>
        <p:cNvPr id="171" name="Shape 171"/>
        <p:cNvGrpSpPr/>
        <p:nvPr/>
      </p:nvGrpSpPr>
      <p:grpSpPr>
        <a:xfrm>
          <a:off x="0" y="0"/>
          <a:ext cx="0" cy="0"/>
          <a:chOff x="0" y="0"/>
          <a:chExt cx="0" cy="0"/>
        </a:xfrm>
      </p:grpSpPr>
      <p:sp>
        <p:nvSpPr>
          <p:cNvPr id="172" name="Google Shape;172;p88"/>
          <p:cNvSpPr txBox="1"/>
          <p:nvPr>
            <p:ph type="title"/>
          </p:nvPr>
        </p:nvSpPr>
        <p:spPr>
          <a:xfrm>
            <a:off x="406400" y="762001"/>
            <a:ext cx="11379200" cy="9906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4000"/>
              <a:buFont typeface="Calibri"/>
              <a:buNone/>
              <a:defRPr b="0" i="0" sz="40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3" name="Google Shape;173;p88"/>
          <p:cNvSpPr txBox="1"/>
          <p:nvPr>
            <p:ph idx="1" type="body"/>
          </p:nvPr>
        </p:nvSpPr>
        <p:spPr>
          <a:xfrm>
            <a:off x="406400" y="1752600"/>
            <a:ext cx="11379200" cy="46037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4" name="Google Shape;174;p88"/>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a:solidFill>
                  <a:schemeClr val="dk1"/>
                </a:solidFill>
                <a:latin typeface="Calibri"/>
                <a:ea typeface="Calibri"/>
                <a:cs typeface="Calibri"/>
                <a:sym typeface="Calibri"/>
              </a:defRPr>
            </a:lvl1pPr>
            <a:lvl2pPr indent="0" lvl="1" marL="0" algn="r">
              <a:spcBef>
                <a:spcPts val="0"/>
              </a:spcBef>
              <a:buNone/>
              <a:defRPr b="0" i="0" sz="1200">
                <a:solidFill>
                  <a:schemeClr val="dk1"/>
                </a:solidFill>
                <a:latin typeface="Calibri"/>
                <a:ea typeface="Calibri"/>
                <a:cs typeface="Calibri"/>
                <a:sym typeface="Calibri"/>
              </a:defRPr>
            </a:lvl2pPr>
            <a:lvl3pPr indent="0" lvl="2" marL="0" algn="r">
              <a:spcBef>
                <a:spcPts val="0"/>
              </a:spcBef>
              <a:buNone/>
              <a:defRPr b="0" i="0" sz="1200">
                <a:solidFill>
                  <a:schemeClr val="dk1"/>
                </a:solidFill>
                <a:latin typeface="Calibri"/>
                <a:ea typeface="Calibri"/>
                <a:cs typeface="Calibri"/>
                <a:sym typeface="Calibri"/>
              </a:defRPr>
            </a:lvl3pPr>
            <a:lvl4pPr indent="0" lvl="3" marL="0" algn="r">
              <a:spcBef>
                <a:spcPts val="0"/>
              </a:spcBef>
              <a:buNone/>
              <a:defRPr b="0" i="0" sz="1200">
                <a:solidFill>
                  <a:schemeClr val="dk1"/>
                </a:solidFill>
                <a:latin typeface="Calibri"/>
                <a:ea typeface="Calibri"/>
                <a:cs typeface="Calibri"/>
                <a:sym typeface="Calibri"/>
              </a:defRPr>
            </a:lvl4pPr>
            <a:lvl5pPr indent="0" lvl="4" marL="0" algn="r">
              <a:spcBef>
                <a:spcPts val="0"/>
              </a:spcBef>
              <a:buNone/>
              <a:defRPr b="0" i="0" sz="1200">
                <a:solidFill>
                  <a:schemeClr val="dk1"/>
                </a:solidFill>
                <a:latin typeface="Calibri"/>
                <a:ea typeface="Calibri"/>
                <a:cs typeface="Calibri"/>
                <a:sym typeface="Calibri"/>
              </a:defRPr>
            </a:lvl5pPr>
            <a:lvl6pPr indent="0" lvl="5" marL="0" algn="r">
              <a:spcBef>
                <a:spcPts val="0"/>
              </a:spcBef>
              <a:buNone/>
              <a:defRPr b="0" i="0" sz="1200">
                <a:solidFill>
                  <a:schemeClr val="dk1"/>
                </a:solidFill>
                <a:latin typeface="Calibri"/>
                <a:ea typeface="Calibri"/>
                <a:cs typeface="Calibri"/>
                <a:sym typeface="Calibri"/>
              </a:defRPr>
            </a:lvl6pPr>
            <a:lvl7pPr indent="0" lvl="6" marL="0" algn="r">
              <a:spcBef>
                <a:spcPts val="0"/>
              </a:spcBef>
              <a:buNone/>
              <a:defRPr b="0" i="0" sz="1200">
                <a:solidFill>
                  <a:schemeClr val="dk1"/>
                </a:solidFill>
                <a:latin typeface="Calibri"/>
                <a:ea typeface="Calibri"/>
                <a:cs typeface="Calibri"/>
                <a:sym typeface="Calibri"/>
              </a:defRPr>
            </a:lvl7pPr>
            <a:lvl8pPr indent="0" lvl="7" marL="0" algn="r">
              <a:spcBef>
                <a:spcPts val="0"/>
              </a:spcBef>
              <a:buNone/>
              <a:defRPr b="0" i="0" sz="1200">
                <a:solidFill>
                  <a:schemeClr val="dk1"/>
                </a:solidFill>
                <a:latin typeface="Calibri"/>
                <a:ea typeface="Calibri"/>
                <a:cs typeface="Calibri"/>
                <a:sym typeface="Calibri"/>
              </a:defRPr>
            </a:lvl8pPr>
            <a:lvl9pPr indent="0" lvl="8" marL="0" algn="r">
              <a:spcBef>
                <a:spcPts val="0"/>
              </a:spcBef>
              <a:buNone/>
              <a:defRPr b="0" i="0" sz="1200">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175" name="Google Shape;175;p88"/>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i="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76" name="Shape 176"/>
        <p:cNvGrpSpPr/>
        <p:nvPr/>
      </p:nvGrpSpPr>
      <p:grpSpPr>
        <a:xfrm>
          <a:off x="0" y="0"/>
          <a:ext cx="0" cy="0"/>
          <a:chOff x="0" y="0"/>
          <a:chExt cx="0" cy="0"/>
        </a:xfrm>
      </p:grpSpPr>
      <p:sp>
        <p:nvSpPr>
          <p:cNvPr id="177" name="Google Shape;177;p89"/>
          <p:cNvSpPr txBox="1"/>
          <p:nvPr>
            <p:ph type="title"/>
          </p:nvPr>
        </p:nvSpPr>
        <p:spPr>
          <a:xfrm>
            <a:off x="406400" y="762001"/>
            <a:ext cx="11379200" cy="9906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4000"/>
              <a:buFont typeface="Calibri"/>
              <a:buNone/>
              <a:defRPr b="0" i="0" sz="40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8" name="Google Shape;178;p89"/>
          <p:cNvSpPr txBox="1"/>
          <p:nvPr>
            <p:ph idx="1" type="body"/>
          </p:nvPr>
        </p:nvSpPr>
        <p:spPr>
          <a:xfrm>
            <a:off x="406400" y="1752600"/>
            <a:ext cx="5486400" cy="46037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9" name="Google Shape;179;p89"/>
          <p:cNvSpPr txBox="1"/>
          <p:nvPr>
            <p:ph idx="2" type="body"/>
          </p:nvPr>
        </p:nvSpPr>
        <p:spPr>
          <a:xfrm>
            <a:off x="6299200" y="1752600"/>
            <a:ext cx="5486400" cy="46037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0" name="Google Shape;180;p89"/>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a:solidFill>
                  <a:schemeClr val="dk1"/>
                </a:solidFill>
                <a:latin typeface="Calibri"/>
                <a:ea typeface="Calibri"/>
                <a:cs typeface="Calibri"/>
                <a:sym typeface="Calibri"/>
              </a:defRPr>
            </a:lvl1pPr>
            <a:lvl2pPr indent="0" lvl="1" marL="0" algn="r">
              <a:spcBef>
                <a:spcPts val="0"/>
              </a:spcBef>
              <a:buNone/>
              <a:defRPr b="0" i="0" sz="1200">
                <a:solidFill>
                  <a:schemeClr val="dk1"/>
                </a:solidFill>
                <a:latin typeface="Calibri"/>
                <a:ea typeface="Calibri"/>
                <a:cs typeface="Calibri"/>
                <a:sym typeface="Calibri"/>
              </a:defRPr>
            </a:lvl2pPr>
            <a:lvl3pPr indent="0" lvl="2" marL="0" algn="r">
              <a:spcBef>
                <a:spcPts val="0"/>
              </a:spcBef>
              <a:buNone/>
              <a:defRPr b="0" i="0" sz="1200">
                <a:solidFill>
                  <a:schemeClr val="dk1"/>
                </a:solidFill>
                <a:latin typeface="Calibri"/>
                <a:ea typeface="Calibri"/>
                <a:cs typeface="Calibri"/>
                <a:sym typeface="Calibri"/>
              </a:defRPr>
            </a:lvl3pPr>
            <a:lvl4pPr indent="0" lvl="3" marL="0" algn="r">
              <a:spcBef>
                <a:spcPts val="0"/>
              </a:spcBef>
              <a:buNone/>
              <a:defRPr b="0" i="0" sz="1200">
                <a:solidFill>
                  <a:schemeClr val="dk1"/>
                </a:solidFill>
                <a:latin typeface="Calibri"/>
                <a:ea typeface="Calibri"/>
                <a:cs typeface="Calibri"/>
                <a:sym typeface="Calibri"/>
              </a:defRPr>
            </a:lvl4pPr>
            <a:lvl5pPr indent="0" lvl="4" marL="0" algn="r">
              <a:spcBef>
                <a:spcPts val="0"/>
              </a:spcBef>
              <a:buNone/>
              <a:defRPr b="0" i="0" sz="1200">
                <a:solidFill>
                  <a:schemeClr val="dk1"/>
                </a:solidFill>
                <a:latin typeface="Calibri"/>
                <a:ea typeface="Calibri"/>
                <a:cs typeface="Calibri"/>
                <a:sym typeface="Calibri"/>
              </a:defRPr>
            </a:lvl5pPr>
            <a:lvl6pPr indent="0" lvl="5" marL="0" algn="r">
              <a:spcBef>
                <a:spcPts val="0"/>
              </a:spcBef>
              <a:buNone/>
              <a:defRPr b="0" i="0" sz="1200">
                <a:solidFill>
                  <a:schemeClr val="dk1"/>
                </a:solidFill>
                <a:latin typeface="Calibri"/>
                <a:ea typeface="Calibri"/>
                <a:cs typeface="Calibri"/>
                <a:sym typeface="Calibri"/>
              </a:defRPr>
            </a:lvl6pPr>
            <a:lvl7pPr indent="0" lvl="6" marL="0" algn="r">
              <a:spcBef>
                <a:spcPts val="0"/>
              </a:spcBef>
              <a:buNone/>
              <a:defRPr b="0" i="0" sz="1200">
                <a:solidFill>
                  <a:schemeClr val="dk1"/>
                </a:solidFill>
                <a:latin typeface="Calibri"/>
                <a:ea typeface="Calibri"/>
                <a:cs typeface="Calibri"/>
                <a:sym typeface="Calibri"/>
              </a:defRPr>
            </a:lvl7pPr>
            <a:lvl8pPr indent="0" lvl="7" marL="0" algn="r">
              <a:spcBef>
                <a:spcPts val="0"/>
              </a:spcBef>
              <a:buNone/>
              <a:defRPr b="0" i="0" sz="1200">
                <a:solidFill>
                  <a:schemeClr val="dk1"/>
                </a:solidFill>
                <a:latin typeface="Calibri"/>
                <a:ea typeface="Calibri"/>
                <a:cs typeface="Calibri"/>
                <a:sym typeface="Calibri"/>
              </a:defRPr>
            </a:lvl8pPr>
            <a:lvl9pPr indent="0" lvl="8" marL="0" algn="r">
              <a:spcBef>
                <a:spcPts val="0"/>
              </a:spcBef>
              <a:buNone/>
              <a:defRPr b="0" i="0" sz="1200">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181" name="Google Shape;181;p89"/>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i="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182" name="Shape 182"/>
        <p:cNvGrpSpPr/>
        <p:nvPr/>
      </p:nvGrpSpPr>
      <p:grpSpPr>
        <a:xfrm>
          <a:off x="0" y="0"/>
          <a:ext cx="0" cy="0"/>
          <a:chOff x="0" y="0"/>
          <a:chExt cx="0" cy="0"/>
        </a:xfrm>
      </p:grpSpPr>
      <p:sp>
        <p:nvSpPr>
          <p:cNvPr id="183" name="Google Shape;183;p90"/>
          <p:cNvSpPr txBox="1"/>
          <p:nvPr>
            <p:ph type="title"/>
          </p:nvPr>
        </p:nvSpPr>
        <p:spPr>
          <a:xfrm>
            <a:off x="406400" y="762001"/>
            <a:ext cx="11379200" cy="9906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1"/>
              </a:buClr>
              <a:buSzPts val="4000"/>
              <a:buFont typeface="Calibri"/>
              <a:buNone/>
              <a:defRPr b="0" i="0" sz="40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4" name="Google Shape;184;p90"/>
          <p:cNvSpPr txBox="1"/>
          <p:nvPr>
            <p:ph idx="1" type="body"/>
          </p:nvPr>
        </p:nvSpPr>
        <p:spPr>
          <a:xfrm>
            <a:off x="406400" y="1752600"/>
            <a:ext cx="5486400" cy="28194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5" name="Google Shape;185;p90"/>
          <p:cNvSpPr txBox="1"/>
          <p:nvPr>
            <p:ph idx="2" type="body"/>
          </p:nvPr>
        </p:nvSpPr>
        <p:spPr>
          <a:xfrm>
            <a:off x="6299200" y="1752600"/>
            <a:ext cx="5486400" cy="28194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6" name="Google Shape;186;p90"/>
          <p:cNvSpPr txBox="1"/>
          <p:nvPr>
            <p:ph idx="3" type="body"/>
          </p:nvPr>
        </p:nvSpPr>
        <p:spPr>
          <a:xfrm>
            <a:off x="3048000" y="4724401"/>
            <a:ext cx="6096000" cy="148907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7" name="Google Shape;187;p90"/>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a:solidFill>
                  <a:schemeClr val="dk1"/>
                </a:solidFill>
                <a:latin typeface="Calibri"/>
                <a:ea typeface="Calibri"/>
                <a:cs typeface="Calibri"/>
                <a:sym typeface="Calibri"/>
              </a:defRPr>
            </a:lvl1pPr>
            <a:lvl2pPr indent="0" lvl="1" marL="0" algn="r">
              <a:spcBef>
                <a:spcPts val="0"/>
              </a:spcBef>
              <a:buNone/>
              <a:defRPr b="0" i="0" sz="1200">
                <a:solidFill>
                  <a:schemeClr val="dk1"/>
                </a:solidFill>
                <a:latin typeface="Calibri"/>
                <a:ea typeface="Calibri"/>
                <a:cs typeface="Calibri"/>
                <a:sym typeface="Calibri"/>
              </a:defRPr>
            </a:lvl2pPr>
            <a:lvl3pPr indent="0" lvl="2" marL="0" algn="r">
              <a:spcBef>
                <a:spcPts val="0"/>
              </a:spcBef>
              <a:buNone/>
              <a:defRPr b="0" i="0" sz="1200">
                <a:solidFill>
                  <a:schemeClr val="dk1"/>
                </a:solidFill>
                <a:latin typeface="Calibri"/>
                <a:ea typeface="Calibri"/>
                <a:cs typeface="Calibri"/>
                <a:sym typeface="Calibri"/>
              </a:defRPr>
            </a:lvl3pPr>
            <a:lvl4pPr indent="0" lvl="3" marL="0" algn="r">
              <a:spcBef>
                <a:spcPts val="0"/>
              </a:spcBef>
              <a:buNone/>
              <a:defRPr b="0" i="0" sz="1200">
                <a:solidFill>
                  <a:schemeClr val="dk1"/>
                </a:solidFill>
                <a:latin typeface="Calibri"/>
                <a:ea typeface="Calibri"/>
                <a:cs typeface="Calibri"/>
                <a:sym typeface="Calibri"/>
              </a:defRPr>
            </a:lvl4pPr>
            <a:lvl5pPr indent="0" lvl="4" marL="0" algn="r">
              <a:spcBef>
                <a:spcPts val="0"/>
              </a:spcBef>
              <a:buNone/>
              <a:defRPr b="0" i="0" sz="1200">
                <a:solidFill>
                  <a:schemeClr val="dk1"/>
                </a:solidFill>
                <a:latin typeface="Calibri"/>
                <a:ea typeface="Calibri"/>
                <a:cs typeface="Calibri"/>
                <a:sym typeface="Calibri"/>
              </a:defRPr>
            </a:lvl5pPr>
            <a:lvl6pPr indent="0" lvl="5" marL="0" algn="r">
              <a:spcBef>
                <a:spcPts val="0"/>
              </a:spcBef>
              <a:buNone/>
              <a:defRPr b="0" i="0" sz="1200">
                <a:solidFill>
                  <a:schemeClr val="dk1"/>
                </a:solidFill>
                <a:latin typeface="Calibri"/>
                <a:ea typeface="Calibri"/>
                <a:cs typeface="Calibri"/>
                <a:sym typeface="Calibri"/>
              </a:defRPr>
            </a:lvl6pPr>
            <a:lvl7pPr indent="0" lvl="6" marL="0" algn="r">
              <a:spcBef>
                <a:spcPts val="0"/>
              </a:spcBef>
              <a:buNone/>
              <a:defRPr b="0" i="0" sz="1200">
                <a:solidFill>
                  <a:schemeClr val="dk1"/>
                </a:solidFill>
                <a:latin typeface="Calibri"/>
                <a:ea typeface="Calibri"/>
                <a:cs typeface="Calibri"/>
                <a:sym typeface="Calibri"/>
              </a:defRPr>
            </a:lvl7pPr>
            <a:lvl8pPr indent="0" lvl="7" marL="0" algn="r">
              <a:spcBef>
                <a:spcPts val="0"/>
              </a:spcBef>
              <a:buNone/>
              <a:defRPr b="0" i="0" sz="1200">
                <a:solidFill>
                  <a:schemeClr val="dk1"/>
                </a:solidFill>
                <a:latin typeface="Calibri"/>
                <a:ea typeface="Calibri"/>
                <a:cs typeface="Calibri"/>
                <a:sym typeface="Calibri"/>
              </a:defRPr>
            </a:lvl8pPr>
            <a:lvl9pPr indent="0" lvl="8" marL="0" algn="r">
              <a:spcBef>
                <a:spcPts val="0"/>
              </a:spcBef>
              <a:buNone/>
              <a:defRPr b="0" i="0" sz="1200">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188" name="Google Shape;188;p90"/>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i="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Version A">
  <p:cSld name="Image Slide: Version A">
    <p:spTree>
      <p:nvGrpSpPr>
        <p:cNvPr id="195" name="Shape 195"/>
        <p:cNvGrpSpPr/>
        <p:nvPr/>
      </p:nvGrpSpPr>
      <p:grpSpPr>
        <a:xfrm>
          <a:off x="0" y="0"/>
          <a:ext cx="0" cy="0"/>
          <a:chOff x="0" y="0"/>
          <a:chExt cx="0" cy="0"/>
        </a:xfrm>
      </p:grpSpPr>
      <p:sp>
        <p:nvSpPr>
          <p:cNvPr id="196" name="Google Shape;196;p92"/>
          <p:cNvSpPr txBox="1"/>
          <p:nvPr>
            <p:ph type="title"/>
          </p:nvPr>
        </p:nvSpPr>
        <p:spPr>
          <a:xfrm>
            <a:off x="406400" y="5350051"/>
            <a:ext cx="11379200" cy="30997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2000"/>
              <a:buFont typeface="Calibri"/>
              <a:buNone/>
              <a:defRPr b="0" i="0" sz="2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7" name="Google Shape;197;p92"/>
          <p:cNvSpPr txBox="1"/>
          <p:nvPr>
            <p:ph idx="1" type="body"/>
          </p:nvPr>
        </p:nvSpPr>
        <p:spPr>
          <a:xfrm>
            <a:off x="406400" y="820739"/>
            <a:ext cx="11379200" cy="445293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8" name="Google Shape;198;p92"/>
          <p:cNvSpPr txBox="1"/>
          <p:nvPr>
            <p:ph idx="2" type="body"/>
          </p:nvPr>
        </p:nvSpPr>
        <p:spPr>
          <a:xfrm>
            <a:off x="406400" y="5780676"/>
            <a:ext cx="11379200" cy="4677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9" name="Google Shape;199;p92"/>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a:solidFill>
                  <a:schemeClr val="dk1"/>
                </a:solidFill>
                <a:latin typeface="Calibri"/>
                <a:ea typeface="Calibri"/>
                <a:cs typeface="Calibri"/>
                <a:sym typeface="Calibri"/>
              </a:defRPr>
            </a:lvl1pPr>
            <a:lvl2pPr indent="0" lvl="1" marL="0" algn="r">
              <a:spcBef>
                <a:spcPts val="0"/>
              </a:spcBef>
              <a:buNone/>
              <a:defRPr b="0" i="0" sz="1200">
                <a:solidFill>
                  <a:schemeClr val="dk1"/>
                </a:solidFill>
                <a:latin typeface="Calibri"/>
                <a:ea typeface="Calibri"/>
                <a:cs typeface="Calibri"/>
                <a:sym typeface="Calibri"/>
              </a:defRPr>
            </a:lvl2pPr>
            <a:lvl3pPr indent="0" lvl="2" marL="0" algn="r">
              <a:spcBef>
                <a:spcPts val="0"/>
              </a:spcBef>
              <a:buNone/>
              <a:defRPr b="0" i="0" sz="1200">
                <a:solidFill>
                  <a:schemeClr val="dk1"/>
                </a:solidFill>
                <a:latin typeface="Calibri"/>
                <a:ea typeface="Calibri"/>
                <a:cs typeface="Calibri"/>
                <a:sym typeface="Calibri"/>
              </a:defRPr>
            </a:lvl3pPr>
            <a:lvl4pPr indent="0" lvl="3" marL="0" algn="r">
              <a:spcBef>
                <a:spcPts val="0"/>
              </a:spcBef>
              <a:buNone/>
              <a:defRPr b="0" i="0" sz="1200">
                <a:solidFill>
                  <a:schemeClr val="dk1"/>
                </a:solidFill>
                <a:latin typeface="Calibri"/>
                <a:ea typeface="Calibri"/>
                <a:cs typeface="Calibri"/>
                <a:sym typeface="Calibri"/>
              </a:defRPr>
            </a:lvl4pPr>
            <a:lvl5pPr indent="0" lvl="4" marL="0" algn="r">
              <a:spcBef>
                <a:spcPts val="0"/>
              </a:spcBef>
              <a:buNone/>
              <a:defRPr b="0" i="0" sz="1200">
                <a:solidFill>
                  <a:schemeClr val="dk1"/>
                </a:solidFill>
                <a:latin typeface="Calibri"/>
                <a:ea typeface="Calibri"/>
                <a:cs typeface="Calibri"/>
                <a:sym typeface="Calibri"/>
              </a:defRPr>
            </a:lvl5pPr>
            <a:lvl6pPr indent="0" lvl="5" marL="0" algn="r">
              <a:spcBef>
                <a:spcPts val="0"/>
              </a:spcBef>
              <a:buNone/>
              <a:defRPr b="0" i="0" sz="1200">
                <a:solidFill>
                  <a:schemeClr val="dk1"/>
                </a:solidFill>
                <a:latin typeface="Calibri"/>
                <a:ea typeface="Calibri"/>
                <a:cs typeface="Calibri"/>
                <a:sym typeface="Calibri"/>
              </a:defRPr>
            </a:lvl6pPr>
            <a:lvl7pPr indent="0" lvl="6" marL="0" algn="r">
              <a:spcBef>
                <a:spcPts val="0"/>
              </a:spcBef>
              <a:buNone/>
              <a:defRPr b="0" i="0" sz="1200">
                <a:solidFill>
                  <a:schemeClr val="dk1"/>
                </a:solidFill>
                <a:latin typeface="Calibri"/>
                <a:ea typeface="Calibri"/>
                <a:cs typeface="Calibri"/>
                <a:sym typeface="Calibri"/>
              </a:defRPr>
            </a:lvl7pPr>
            <a:lvl8pPr indent="0" lvl="7" marL="0" algn="r">
              <a:spcBef>
                <a:spcPts val="0"/>
              </a:spcBef>
              <a:buNone/>
              <a:defRPr b="0" i="0" sz="1200">
                <a:solidFill>
                  <a:schemeClr val="dk1"/>
                </a:solidFill>
                <a:latin typeface="Calibri"/>
                <a:ea typeface="Calibri"/>
                <a:cs typeface="Calibri"/>
                <a:sym typeface="Calibri"/>
              </a:defRPr>
            </a:lvl8pPr>
            <a:lvl9pPr indent="0" lvl="8" marL="0" algn="r">
              <a:spcBef>
                <a:spcPts val="0"/>
              </a:spcBef>
              <a:buNone/>
              <a:defRPr b="0" i="0" sz="1200">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200" name="Google Shape;200;p92"/>
          <p:cNvSpPr txBox="1"/>
          <p:nvPr>
            <p:ph idx="11" type="ftr"/>
          </p:nvPr>
        </p:nvSpPr>
        <p:spPr>
          <a:xfrm>
            <a:off x="4038600" y="640080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i="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Version B">
  <p:cSld name="Image Slide: Version B">
    <p:spTree>
      <p:nvGrpSpPr>
        <p:cNvPr id="201" name="Shape 201"/>
        <p:cNvGrpSpPr/>
        <p:nvPr/>
      </p:nvGrpSpPr>
      <p:grpSpPr>
        <a:xfrm>
          <a:off x="0" y="0"/>
          <a:ext cx="0" cy="0"/>
          <a:chOff x="0" y="0"/>
          <a:chExt cx="0" cy="0"/>
        </a:xfrm>
      </p:grpSpPr>
      <p:sp>
        <p:nvSpPr>
          <p:cNvPr id="202" name="Google Shape;202;p93"/>
          <p:cNvSpPr txBox="1"/>
          <p:nvPr>
            <p:ph type="title"/>
          </p:nvPr>
        </p:nvSpPr>
        <p:spPr>
          <a:xfrm>
            <a:off x="406400" y="5920581"/>
            <a:ext cx="11379200" cy="435770"/>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0"/>
              </a:spcBef>
              <a:spcAft>
                <a:spcPts val="0"/>
              </a:spcAft>
              <a:buClr>
                <a:schemeClr val="dk1"/>
              </a:buClr>
              <a:buSzPts val="1600"/>
              <a:buFont typeface="Calibri"/>
              <a:buNone/>
              <a:defRPr b="0" i="0" sz="16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3" name="Google Shape;203;p93"/>
          <p:cNvSpPr txBox="1"/>
          <p:nvPr>
            <p:ph idx="1" type="body"/>
          </p:nvPr>
        </p:nvSpPr>
        <p:spPr>
          <a:xfrm>
            <a:off x="406400" y="820738"/>
            <a:ext cx="11379200" cy="497046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4" name="Google Shape;204;p93"/>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a:solidFill>
                  <a:schemeClr val="dk1"/>
                </a:solidFill>
                <a:latin typeface="Calibri"/>
                <a:ea typeface="Calibri"/>
                <a:cs typeface="Calibri"/>
                <a:sym typeface="Calibri"/>
              </a:defRPr>
            </a:lvl1pPr>
            <a:lvl2pPr indent="0" lvl="1" marL="0" algn="r">
              <a:spcBef>
                <a:spcPts val="0"/>
              </a:spcBef>
              <a:buNone/>
              <a:defRPr b="0" i="0" sz="1200">
                <a:solidFill>
                  <a:schemeClr val="dk1"/>
                </a:solidFill>
                <a:latin typeface="Calibri"/>
                <a:ea typeface="Calibri"/>
                <a:cs typeface="Calibri"/>
                <a:sym typeface="Calibri"/>
              </a:defRPr>
            </a:lvl2pPr>
            <a:lvl3pPr indent="0" lvl="2" marL="0" algn="r">
              <a:spcBef>
                <a:spcPts val="0"/>
              </a:spcBef>
              <a:buNone/>
              <a:defRPr b="0" i="0" sz="1200">
                <a:solidFill>
                  <a:schemeClr val="dk1"/>
                </a:solidFill>
                <a:latin typeface="Calibri"/>
                <a:ea typeface="Calibri"/>
                <a:cs typeface="Calibri"/>
                <a:sym typeface="Calibri"/>
              </a:defRPr>
            </a:lvl3pPr>
            <a:lvl4pPr indent="0" lvl="3" marL="0" algn="r">
              <a:spcBef>
                <a:spcPts val="0"/>
              </a:spcBef>
              <a:buNone/>
              <a:defRPr b="0" i="0" sz="1200">
                <a:solidFill>
                  <a:schemeClr val="dk1"/>
                </a:solidFill>
                <a:latin typeface="Calibri"/>
                <a:ea typeface="Calibri"/>
                <a:cs typeface="Calibri"/>
                <a:sym typeface="Calibri"/>
              </a:defRPr>
            </a:lvl4pPr>
            <a:lvl5pPr indent="0" lvl="4" marL="0" algn="r">
              <a:spcBef>
                <a:spcPts val="0"/>
              </a:spcBef>
              <a:buNone/>
              <a:defRPr b="0" i="0" sz="1200">
                <a:solidFill>
                  <a:schemeClr val="dk1"/>
                </a:solidFill>
                <a:latin typeface="Calibri"/>
                <a:ea typeface="Calibri"/>
                <a:cs typeface="Calibri"/>
                <a:sym typeface="Calibri"/>
              </a:defRPr>
            </a:lvl5pPr>
            <a:lvl6pPr indent="0" lvl="5" marL="0" algn="r">
              <a:spcBef>
                <a:spcPts val="0"/>
              </a:spcBef>
              <a:buNone/>
              <a:defRPr b="0" i="0" sz="1200">
                <a:solidFill>
                  <a:schemeClr val="dk1"/>
                </a:solidFill>
                <a:latin typeface="Calibri"/>
                <a:ea typeface="Calibri"/>
                <a:cs typeface="Calibri"/>
                <a:sym typeface="Calibri"/>
              </a:defRPr>
            </a:lvl6pPr>
            <a:lvl7pPr indent="0" lvl="6" marL="0" algn="r">
              <a:spcBef>
                <a:spcPts val="0"/>
              </a:spcBef>
              <a:buNone/>
              <a:defRPr b="0" i="0" sz="1200">
                <a:solidFill>
                  <a:schemeClr val="dk1"/>
                </a:solidFill>
                <a:latin typeface="Calibri"/>
                <a:ea typeface="Calibri"/>
                <a:cs typeface="Calibri"/>
                <a:sym typeface="Calibri"/>
              </a:defRPr>
            </a:lvl7pPr>
            <a:lvl8pPr indent="0" lvl="7" marL="0" algn="r">
              <a:spcBef>
                <a:spcPts val="0"/>
              </a:spcBef>
              <a:buNone/>
              <a:defRPr b="0" i="0" sz="1200">
                <a:solidFill>
                  <a:schemeClr val="dk1"/>
                </a:solidFill>
                <a:latin typeface="Calibri"/>
                <a:ea typeface="Calibri"/>
                <a:cs typeface="Calibri"/>
                <a:sym typeface="Calibri"/>
              </a:defRPr>
            </a:lvl8pPr>
            <a:lvl9pPr indent="0" lvl="8" marL="0" algn="r">
              <a:spcBef>
                <a:spcPts val="0"/>
              </a:spcBef>
              <a:buNone/>
              <a:defRPr b="0" i="0" sz="1200">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205" name="Google Shape;205;p93"/>
          <p:cNvSpPr txBox="1"/>
          <p:nvPr>
            <p:ph idx="11" type="ftr"/>
          </p:nvPr>
        </p:nvSpPr>
        <p:spPr>
          <a:xfrm>
            <a:off x="4038600" y="640080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i="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theme" Target="../theme/theme7.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15.xml"/><Relationship Id="rId10" Type="http://schemas.openxmlformats.org/officeDocument/2006/relationships/slideLayout" Target="../slideLayouts/slideLayout14.xml"/><Relationship Id="rId13" Type="http://schemas.openxmlformats.org/officeDocument/2006/relationships/slideLayout" Target="../slideLayouts/slideLayout17.xml"/><Relationship Id="rId12" Type="http://schemas.openxmlformats.org/officeDocument/2006/relationships/slideLayout" Target="../slideLayouts/slideLayout16.xml"/><Relationship Id="rId1" Type="http://schemas.openxmlformats.org/officeDocument/2006/relationships/slideLayout" Target="../slideLayouts/slideLayout5.xml"/><Relationship Id="rId2" Type="http://schemas.openxmlformats.org/officeDocument/2006/relationships/slideLayout" Target="../slideLayouts/slideLayout6.xml"/><Relationship Id="rId3" Type="http://schemas.openxmlformats.org/officeDocument/2006/relationships/slideLayout" Target="../slideLayouts/slideLayout7.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theme" Target="../theme/theme5.xml"/><Relationship Id="rId5" Type="http://schemas.openxmlformats.org/officeDocument/2006/relationships/slideLayout" Target="../slideLayouts/slideLayout9.xml"/><Relationship Id="rId6" Type="http://schemas.openxmlformats.org/officeDocument/2006/relationships/slideLayout" Target="../slideLayouts/slideLayout10.xml"/><Relationship Id="rId7" Type="http://schemas.openxmlformats.org/officeDocument/2006/relationships/slideLayout" Target="../slideLayouts/slideLayout11.xml"/><Relationship Id="rId8"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theme" Target="../theme/theme2.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theme" Target="../theme/theme4.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5"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0"/>
          <p:cNvSpPr/>
          <p:nvPr/>
        </p:nvSpPr>
        <p:spPr>
          <a:xfrm>
            <a:off x="0" y="3048000"/>
            <a:ext cx="12192000" cy="457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 name="Shape 23"/>
        <p:cNvGrpSpPr/>
        <p:nvPr/>
      </p:nvGrpSpPr>
      <p:grpSpPr>
        <a:xfrm>
          <a:off x="0" y="0"/>
          <a:ext cx="0" cy="0"/>
          <a:chOff x="0" y="0"/>
          <a:chExt cx="0" cy="0"/>
        </a:xfrm>
      </p:grpSpPr>
      <p:sp>
        <p:nvSpPr>
          <p:cNvPr id="24" name="Google Shape;24;p62"/>
          <p:cNvSpPr txBox="1"/>
          <p:nvPr>
            <p:ph type="title"/>
          </p:nvPr>
        </p:nvSpPr>
        <p:spPr>
          <a:xfrm>
            <a:off x="406400" y="743714"/>
            <a:ext cx="11379200" cy="990599"/>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accent2"/>
              </a:buClr>
              <a:buSzPts val="4000"/>
              <a:buFont typeface="Calibri"/>
              <a:buNone/>
              <a:defRPr b="0" i="0" sz="4000" u="none" cap="none" strike="noStrike">
                <a:solidFill>
                  <a:schemeClr val="accent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5" name="Google Shape;25;p62"/>
          <p:cNvSpPr/>
          <p:nvPr/>
        </p:nvSpPr>
        <p:spPr>
          <a:xfrm>
            <a:off x="0" y="0"/>
            <a:ext cx="12192000" cy="457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26" name="Google Shape;26;p62"/>
          <p:cNvCxnSpPr/>
          <p:nvPr/>
        </p:nvCxnSpPr>
        <p:spPr>
          <a:xfrm>
            <a:off x="0" y="6324600"/>
            <a:ext cx="12192000" cy="0"/>
          </a:xfrm>
          <a:prstGeom prst="straightConnector1">
            <a:avLst/>
          </a:prstGeom>
          <a:noFill/>
          <a:ln cap="flat" cmpd="sng" w="12700">
            <a:solidFill>
              <a:schemeClr val="accent1"/>
            </a:solidFill>
            <a:prstDash val="solid"/>
            <a:miter lim="8000"/>
            <a:headEnd len="sm" w="sm" type="none"/>
            <a:tailEnd len="sm" w="sm" type="none"/>
          </a:ln>
        </p:spPr>
      </p:cxnSp>
      <p:sp>
        <p:nvSpPr>
          <p:cNvPr id="27" name="Google Shape;27;p62"/>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dk1"/>
                </a:solidFill>
                <a:latin typeface="Calibri"/>
                <a:ea typeface="Calibri"/>
                <a:cs typeface="Calibri"/>
                <a:sym typeface="Calibri"/>
              </a:defRPr>
            </a:lvl1pPr>
            <a:lvl2pPr indent="0" lvl="1" marL="0" marR="0" rtl="0" algn="r">
              <a:spcBef>
                <a:spcPts val="0"/>
              </a:spcBef>
              <a:buNone/>
              <a:defRPr b="0" i="0" sz="1200" u="none" cap="none" strike="noStrike">
                <a:solidFill>
                  <a:schemeClr val="dk1"/>
                </a:solidFill>
                <a:latin typeface="Calibri"/>
                <a:ea typeface="Calibri"/>
                <a:cs typeface="Calibri"/>
                <a:sym typeface="Calibri"/>
              </a:defRPr>
            </a:lvl2pPr>
            <a:lvl3pPr indent="0" lvl="2" marL="0" marR="0" rtl="0" algn="r">
              <a:spcBef>
                <a:spcPts val="0"/>
              </a:spcBef>
              <a:buNone/>
              <a:defRPr b="0" i="0" sz="1200" u="none" cap="none" strike="noStrike">
                <a:solidFill>
                  <a:schemeClr val="dk1"/>
                </a:solidFill>
                <a:latin typeface="Calibri"/>
                <a:ea typeface="Calibri"/>
                <a:cs typeface="Calibri"/>
                <a:sym typeface="Calibri"/>
              </a:defRPr>
            </a:lvl3pPr>
            <a:lvl4pPr indent="0" lvl="3" marL="0" marR="0" rtl="0" algn="r">
              <a:spcBef>
                <a:spcPts val="0"/>
              </a:spcBef>
              <a:buNone/>
              <a:defRPr b="0" i="0" sz="1200" u="none" cap="none" strike="noStrike">
                <a:solidFill>
                  <a:schemeClr val="dk1"/>
                </a:solidFill>
                <a:latin typeface="Calibri"/>
                <a:ea typeface="Calibri"/>
                <a:cs typeface="Calibri"/>
                <a:sym typeface="Calibri"/>
              </a:defRPr>
            </a:lvl4pPr>
            <a:lvl5pPr indent="0" lvl="4" marL="0" marR="0" rtl="0" algn="r">
              <a:spcBef>
                <a:spcPts val="0"/>
              </a:spcBef>
              <a:buNone/>
              <a:defRPr b="0" i="0" sz="1200" u="none" cap="none" strike="noStrike">
                <a:solidFill>
                  <a:schemeClr val="dk1"/>
                </a:solidFill>
                <a:latin typeface="Calibri"/>
                <a:ea typeface="Calibri"/>
                <a:cs typeface="Calibri"/>
                <a:sym typeface="Calibri"/>
              </a:defRPr>
            </a:lvl5pPr>
            <a:lvl6pPr indent="0" lvl="5" marL="0" marR="0" rtl="0" algn="r">
              <a:spcBef>
                <a:spcPts val="0"/>
              </a:spcBef>
              <a:buNone/>
              <a:defRPr b="0" i="0" sz="1200" u="none" cap="none" strike="noStrike">
                <a:solidFill>
                  <a:schemeClr val="dk1"/>
                </a:solidFill>
                <a:latin typeface="Calibri"/>
                <a:ea typeface="Calibri"/>
                <a:cs typeface="Calibri"/>
                <a:sym typeface="Calibri"/>
              </a:defRPr>
            </a:lvl6pPr>
            <a:lvl7pPr indent="0" lvl="6" marL="0" marR="0" rtl="0" algn="r">
              <a:spcBef>
                <a:spcPts val="0"/>
              </a:spcBef>
              <a:buNone/>
              <a:defRPr b="0" i="0" sz="1200" u="none" cap="none" strike="noStrike">
                <a:solidFill>
                  <a:schemeClr val="dk1"/>
                </a:solidFill>
                <a:latin typeface="Calibri"/>
                <a:ea typeface="Calibri"/>
                <a:cs typeface="Calibri"/>
                <a:sym typeface="Calibri"/>
              </a:defRPr>
            </a:lvl7pPr>
            <a:lvl8pPr indent="0" lvl="7" marL="0" marR="0" rtl="0" algn="r">
              <a:spcBef>
                <a:spcPts val="0"/>
              </a:spcBef>
              <a:buNone/>
              <a:defRPr b="0" i="0" sz="1200" u="none" cap="none" strike="noStrike">
                <a:solidFill>
                  <a:schemeClr val="dk1"/>
                </a:solidFill>
                <a:latin typeface="Calibri"/>
                <a:ea typeface="Calibri"/>
                <a:cs typeface="Calibri"/>
                <a:sym typeface="Calibri"/>
              </a:defRPr>
            </a:lvl8pPr>
            <a:lvl9pPr indent="0" lvl="8" marL="0" marR="0" rtl="0" algn="r">
              <a:spcBef>
                <a:spcPts val="0"/>
              </a:spcBef>
              <a:buNone/>
              <a:defRPr b="0" i="0" sz="12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28" name="Google Shape;28;p62"/>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9" name="Google Shape;29;p62"/>
          <p:cNvSpPr txBox="1"/>
          <p:nvPr/>
        </p:nvSpPr>
        <p:spPr>
          <a:xfrm>
            <a:off x="2895600" y="6259811"/>
            <a:ext cx="716881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Instructor Resources - Power Point Slides for Systems Analysis and Design by Alan Dennis (Eighth Edition)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52" r:id="rId1"/>
    <p:sldLayoutId id="2147483653"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 name="Shape 40"/>
        <p:cNvGrpSpPr/>
        <p:nvPr/>
      </p:nvGrpSpPr>
      <p:grpSpPr>
        <a:xfrm>
          <a:off x="0" y="0"/>
          <a:ext cx="0" cy="0"/>
          <a:chOff x="0" y="0"/>
          <a:chExt cx="0" cy="0"/>
        </a:xfrm>
      </p:grpSpPr>
      <p:sp>
        <p:nvSpPr>
          <p:cNvPr id="41" name="Google Shape;41;p64"/>
          <p:cNvSpPr txBox="1"/>
          <p:nvPr>
            <p:ph type="title"/>
          </p:nvPr>
        </p:nvSpPr>
        <p:spPr>
          <a:xfrm>
            <a:off x="393699" y="777242"/>
            <a:ext cx="11391901" cy="97536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accent1"/>
              </a:buClr>
              <a:buSzPts val="4000"/>
              <a:buFont typeface="Calibri"/>
              <a:buNone/>
              <a:defRPr b="0" i="0" sz="4000" u="none" cap="none" strike="noStrike">
                <a:solidFill>
                  <a:schemeClr val="accen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2" name="Google Shape;42;p64"/>
          <p:cNvSpPr/>
          <p:nvPr/>
        </p:nvSpPr>
        <p:spPr>
          <a:xfrm>
            <a:off x="0" y="0"/>
            <a:ext cx="12192000" cy="457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43" name="Google Shape;43;p64"/>
          <p:cNvCxnSpPr/>
          <p:nvPr/>
        </p:nvCxnSpPr>
        <p:spPr>
          <a:xfrm>
            <a:off x="0" y="6324600"/>
            <a:ext cx="12192000" cy="0"/>
          </a:xfrm>
          <a:prstGeom prst="straightConnector1">
            <a:avLst/>
          </a:prstGeom>
          <a:noFill/>
          <a:ln cap="flat" cmpd="sng" w="12700">
            <a:solidFill>
              <a:schemeClr val="accent1"/>
            </a:solidFill>
            <a:prstDash val="solid"/>
            <a:miter lim="8000"/>
            <a:headEnd len="sm" w="sm" type="none"/>
            <a:tailEnd len="sm" w="sm" type="none"/>
          </a:ln>
        </p:spPr>
      </p:cxnSp>
      <p:sp>
        <p:nvSpPr>
          <p:cNvPr id="44" name="Google Shape;44;p64"/>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a:solidFill>
                  <a:schemeClr val="dk1"/>
                </a:solidFill>
                <a:latin typeface="Calibri"/>
                <a:ea typeface="Calibri"/>
                <a:cs typeface="Calibri"/>
                <a:sym typeface="Calibri"/>
              </a:defRPr>
            </a:lvl1pPr>
            <a:lvl2pPr indent="0" lvl="1" marL="0" marR="0" rtl="0" algn="r">
              <a:spcBef>
                <a:spcPts val="0"/>
              </a:spcBef>
              <a:buNone/>
              <a:defRPr b="0" i="0" sz="1200">
                <a:solidFill>
                  <a:schemeClr val="dk1"/>
                </a:solidFill>
                <a:latin typeface="Calibri"/>
                <a:ea typeface="Calibri"/>
                <a:cs typeface="Calibri"/>
                <a:sym typeface="Calibri"/>
              </a:defRPr>
            </a:lvl2pPr>
            <a:lvl3pPr indent="0" lvl="2" marL="0" marR="0" rtl="0" algn="r">
              <a:spcBef>
                <a:spcPts val="0"/>
              </a:spcBef>
              <a:buNone/>
              <a:defRPr b="0" i="0" sz="1200">
                <a:solidFill>
                  <a:schemeClr val="dk1"/>
                </a:solidFill>
                <a:latin typeface="Calibri"/>
                <a:ea typeface="Calibri"/>
                <a:cs typeface="Calibri"/>
                <a:sym typeface="Calibri"/>
              </a:defRPr>
            </a:lvl3pPr>
            <a:lvl4pPr indent="0" lvl="3" marL="0" marR="0" rtl="0" algn="r">
              <a:spcBef>
                <a:spcPts val="0"/>
              </a:spcBef>
              <a:buNone/>
              <a:defRPr b="0" i="0" sz="1200">
                <a:solidFill>
                  <a:schemeClr val="dk1"/>
                </a:solidFill>
                <a:latin typeface="Calibri"/>
                <a:ea typeface="Calibri"/>
                <a:cs typeface="Calibri"/>
                <a:sym typeface="Calibri"/>
              </a:defRPr>
            </a:lvl4pPr>
            <a:lvl5pPr indent="0" lvl="4" marL="0" marR="0" rtl="0" algn="r">
              <a:spcBef>
                <a:spcPts val="0"/>
              </a:spcBef>
              <a:buNone/>
              <a:defRPr b="0" i="0" sz="1200">
                <a:solidFill>
                  <a:schemeClr val="dk1"/>
                </a:solidFill>
                <a:latin typeface="Calibri"/>
                <a:ea typeface="Calibri"/>
                <a:cs typeface="Calibri"/>
                <a:sym typeface="Calibri"/>
              </a:defRPr>
            </a:lvl5pPr>
            <a:lvl6pPr indent="0" lvl="5" marL="0" marR="0" rtl="0" algn="r">
              <a:spcBef>
                <a:spcPts val="0"/>
              </a:spcBef>
              <a:buNone/>
              <a:defRPr b="0" i="0" sz="1200">
                <a:solidFill>
                  <a:schemeClr val="dk1"/>
                </a:solidFill>
                <a:latin typeface="Calibri"/>
                <a:ea typeface="Calibri"/>
                <a:cs typeface="Calibri"/>
                <a:sym typeface="Calibri"/>
              </a:defRPr>
            </a:lvl6pPr>
            <a:lvl7pPr indent="0" lvl="6" marL="0" marR="0" rtl="0" algn="r">
              <a:spcBef>
                <a:spcPts val="0"/>
              </a:spcBef>
              <a:buNone/>
              <a:defRPr b="0" i="0" sz="1200">
                <a:solidFill>
                  <a:schemeClr val="dk1"/>
                </a:solidFill>
                <a:latin typeface="Calibri"/>
                <a:ea typeface="Calibri"/>
                <a:cs typeface="Calibri"/>
                <a:sym typeface="Calibri"/>
              </a:defRPr>
            </a:lvl7pPr>
            <a:lvl8pPr indent="0" lvl="7" marL="0" marR="0" rtl="0" algn="r">
              <a:spcBef>
                <a:spcPts val="0"/>
              </a:spcBef>
              <a:buNone/>
              <a:defRPr b="0" i="0" sz="1200">
                <a:solidFill>
                  <a:schemeClr val="dk1"/>
                </a:solidFill>
                <a:latin typeface="Calibri"/>
                <a:ea typeface="Calibri"/>
                <a:cs typeface="Calibri"/>
                <a:sym typeface="Calibri"/>
              </a:defRPr>
            </a:lvl8pPr>
            <a:lvl9pPr indent="0" lvl="8" marL="0" marR="0" rtl="0" algn="r">
              <a:spcBef>
                <a:spcPts val="0"/>
              </a:spcBef>
              <a:buNone/>
              <a:defRPr b="0" i="0" sz="1200">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45" name="Google Shape;45;p64"/>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6" name="Google Shape;46;p64"/>
          <p:cNvSpPr txBox="1"/>
          <p:nvPr/>
        </p:nvSpPr>
        <p:spPr>
          <a:xfrm>
            <a:off x="2895600" y="6259811"/>
            <a:ext cx="716881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Instructor Resources - Power Point Slides for Systems Analysis and Design by Alan Dennis (Eighth Edition)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3" name="Shape 123"/>
        <p:cNvGrpSpPr/>
        <p:nvPr/>
      </p:nvGrpSpPr>
      <p:grpSpPr>
        <a:xfrm>
          <a:off x="0" y="0"/>
          <a:ext cx="0" cy="0"/>
          <a:chOff x="0" y="0"/>
          <a:chExt cx="0" cy="0"/>
        </a:xfrm>
      </p:grpSpPr>
      <p:sp>
        <p:nvSpPr>
          <p:cNvPr id="124" name="Google Shape;124;p80"/>
          <p:cNvSpPr txBox="1"/>
          <p:nvPr>
            <p:ph type="title"/>
          </p:nvPr>
        </p:nvSpPr>
        <p:spPr>
          <a:xfrm>
            <a:off x="398272" y="762002"/>
            <a:ext cx="11387328" cy="99060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accent1"/>
              </a:buClr>
              <a:buSzPts val="4000"/>
              <a:buFont typeface="Calibri"/>
              <a:buNone/>
              <a:defRPr b="0" i="0" sz="4000" u="none" cap="none" strike="noStrike">
                <a:solidFill>
                  <a:schemeClr val="accen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5" name="Google Shape;125;p80"/>
          <p:cNvSpPr/>
          <p:nvPr/>
        </p:nvSpPr>
        <p:spPr>
          <a:xfrm>
            <a:off x="0" y="0"/>
            <a:ext cx="12192000" cy="457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26" name="Google Shape;126;p80"/>
          <p:cNvCxnSpPr/>
          <p:nvPr/>
        </p:nvCxnSpPr>
        <p:spPr>
          <a:xfrm>
            <a:off x="0" y="6324600"/>
            <a:ext cx="12192000" cy="0"/>
          </a:xfrm>
          <a:prstGeom prst="straightConnector1">
            <a:avLst/>
          </a:prstGeom>
          <a:noFill/>
          <a:ln cap="flat" cmpd="sng" w="12700">
            <a:solidFill>
              <a:schemeClr val="accent1"/>
            </a:solidFill>
            <a:prstDash val="solid"/>
            <a:miter lim="8000"/>
            <a:headEnd len="sm" w="sm" type="none"/>
            <a:tailEnd len="sm" w="sm" type="none"/>
          </a:ln>
        </p:spPr>
      </p:cxnSp>
      <p:sp>
        <p:nvSpPr>
          <p:cNvPr id="127" name="Google Shape;127;p80"/>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a:solidFill>
                  <a:schemeClr val="dk1"/>
                </a:solidFill>
                <a:latin typeface="Calibri"/>
                <a:ea typeface="Calibri"/>
                <a:cs typeface="Calibri"/>
                <a:sym typeface="Calibri"/>
              </a:defRPr>
            </a:lvl1pPr>
            <a:lvl2pPr indent="0" lvl="1" marL="0" marR="0" rtl="0" algn="r">
              <a:spcBef>
                <a:spcPts val="0"/>
              </a:spcBef>
              <a:buNone/>
              <a:defRPr b="0" i="0" sz="1200">
                <a:solidFill>
                  <a:schemeClr val="dk1"/>
                </a:solidFill>
                <a:latin typeface="Calibri"/>
                <a:ea typeface="Calibri"/>
                <a:cs typeface="Calibri"/>
                <a:sym typeface="Calibri"/>
              </a:defRPr>
            </a:lvl2pPr>
            <a:lvl3pPr indent="0" lvl="2" marL="0" marR="0" rtl="0" algn="r">
              <a:spcBef>
                <a:spcPts val="0"/>
              </a:spcBef>
              <a:buNone/>
              <a:defRPr b="0" i="0" sz="1200">
                <a:solidFill>
                  <a:schemeClr val="dk1"/>
                </a:solidFill>
                <a:latin typeface="Calibri"/>
                <a:ea typeface="Calibri"/>
                <a:cs typeface="Calibri"/>
                <a:sym typeface="Calibri"/>
              </a:defRPr>
            </a:lvl3pPr>
            <a:lvl4pPr indent="0" lvl="3" marL="0" marR="0" rtl="0" algn="r">
              <a:spcBef>
                <a:spcPts val="0"/>
              </a:spcBef>
              <a:buNone/>
              <a:defRPr b="0" i="0" sz="1200">
                <a:solidFill>
                  <a:schemeClr val="dk1"/>
                </a:solidFill>
                <a:latin typeface="Calibri"/>
                <a:ea typeface="Calibri"/>
                <a:cs typeface="Calibri"/>
                <a:sym typeface="Calibri"/>
              </a:defRPr>
            </a:lvl4pPr>
            <a:lvl5pPr indent="0" lvl="4" marL="0" marR="0" rtl="0" algn="r">
              <a:spcBef>
                <a:spcPts val="0"/>
              </a:spcBef>
              <a:buNone/>
              <a:defRPr b="0" i="0" sz="1200">
                <a:solidFill>
                  <a:schemeClr val="dk1"/>
                </a:solidFill>
                <a:latin typeface="Calibri"/>
                <a:ea typeface="Calibri"/>
                <a:cs typeface="Calibri"/>
                <a:sym typeface="Calibri"/>
              </a:defRPr>
            </a:lvl5pPr>
            <a:lvl6pPr indent="0" lvl="5" marL="0" marR="0" rtl="0" algn="r">
              <a:spcBef>
                <a:spcPts val="0"/>
              </a:spcBef>
              <a:buNone/>
              <a:defRPr b="0" i="0" sz="1200">
                <a:solidFill>
                  <a:schemeClr val="dk1"/>
                </a:solidFill>
                <a:latin typeface="Calibri"/>
                <a:ea typeface="Calibri"/>
                <a:cs typeface="Calibri"/>
                <a:sym typeface="Calibri"/>
              </a:defRPr>
            </a:lvl6pPr>
            <a:lvl7pPr indent="0" lvl="6" marL="0" marR="0" rtl="0" algn="r">
              <a:spcBef>
                <a:spcPts val="0"/>
              </a:spcBef>
              <a:buNone/>
              <a:defRPr b="0" i="0" sz="1200">
                <a:solidFill>
                  <a:schemeClr val="dk1"/>
                </a:solidFill>
                <a:latin typeface="Calibri"/>
                <a:ea typeface="Calibri"/>
                <a:cs typeface="Calibri"/>
                <a:sym typeface="Calibri"/>
              </a:defRPr>
            </a:lvl7pPr>
            <a:lvl8pPr indent="0" lvl="7" marL="0" marR="0" rtl="0" algn="r">
              <a:spcBef>
                <a:spcPts val="0"/>
              </a:spcBef>
              <a:buNone/>
              <a:defRPr b="0" i="0" sz="1200">
                <a:solidFill>
                  <a:schemeClr val="dk1"/>
                </a:solidFill>
                <a:latin typeface="Calibri"/>
                <a:ea typeface="Calibri"/>
                <a:cs typeface="Calibri"/>
                <a:sym typeface="Calibri"/>
              </a:defRPr>
            </a:lvl8pPr>
            <a:lvl9pPr indent="0" lvl="8" marL="0" marR="0" rtl="0" algn="r">
              <a:spcBef>
                <a:spcPts val="0"/>
              </a:spcBef>
              <a:buNone/>
              <a:defRPr b="0" i="0" sz="1200">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128" name="Google Shape;128;p80"/>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9" name="Google Shape;129;p80"/>
          <p:cNvSpPr txBox="1"/>
          <p:nvPr/>
        </p:nvSpPr>
        <p:spPr>
          <a:xfrm>
            <a:off x="2895600" y="6259811"/>
            <a:ext cx="716881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Instructor Resources - Power Point Slides for Systems Analysis and Design by Alan Dennis (Eighth Edition)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69" r:id="rId1"/>
    <p:sldLayoutId id="2147483670"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0" name="Shape 140"/>
        <p:cNvGrpSpPr/>
        <p:nvPr/>
      </p:nvGrpSpPr>
      <p:grpSpPr>
        <a:xfrm>
          <a:off x="0" y="0"/>
          <a:ext cx="0" cy="0"/>
          <a:chOff x="0" y="0"/>
          <a:chExt cx="0" cy="0"/>
        </a:xfrm>
      </p:grpSpPr>
      <p:sp>
        <p:nvSpPr>
          <p:cNvPr id="141" name="Google Shape;141;p83"/>
          <p:cNvSpPr txBox="1"/>
          <p:nvPr>
            <p:ph type="title"/>
          </p:nvPr>
        </p:nvSpPr>
        <p:spPr>
          <a:xfrm>
            <a:off x="406400" y="762001"/>
            <a:ext cx="11379200" cy="990599"/>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accent1"/>
              </a:buClr>
              <a:buSzPts val="4000"/>
              <a:buFont typeface="Calibri"/>
              <a:buNone/>
              <a:defRPr b="0" i="0" sz="4000" u="none" cap="none" strike="noStrike">
                <a:solidFill>
                  <a:schemeClr val="accen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2" name="Google Shape;142;p83"/>
          <p:cNvSpPr/>
          <p:nvPr/>
        </p:nvSpPr>
        <p:spPr>
          <a:xfrm>
            <a:off x="0" y="0"/>
            <a:ext cx="12192000" cy="457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43" name="Google Shape;143;p83"/>
          <p:cNvCxnSpPr/>
          <p:nvPr/>
        </p:nvCxnSpPr>
        <p:spPr>
          <a:xfrm>
            <a:off x="0" y="6324600"/>
            <a:ext cx="12192000" cy="0"/>
          </a:xfrm>
          <a:prstGeom prst="straightConnector1">
            <a:avLst/>
          </a:prstGeom>
          <a:noFill/>
          <a:ln cap="flat" cmpd="sng" w="12700">
            <a:solidFill>
              <a:schemeClr val="accent1"/>
            </a:solidFill>
            <a:prstDash val="solid"/>
            <a:miter lim="8000"/>
            <a:headEnd len="sm" w="sm" type="none"/>
            <a:tailEnd len="sm" w="sm" type="none"/>
          </a:ln>
        </p:spPr>
      </p:cxnSp>
      <p:sp>
        <p:nvSpPr>
          <p:cNvPr id="144" name="Google Shape;144;p83"/>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a:solidFill>
                  <a:schemeClr val="dk1"/>
                </a:solidFill>
                <a:latin typeface="Calibri"/>
                <a:ea typeface="Calibri"/>
                <a:cs typeface="Calibri"/>
                <a:sym typeface="Calibri"/>
              </a:defRPr>
            </a:lvl1pPr>
            <a:lvl2pPr indent="0" lvl="1" marL="0" marR="0" rtl="0" algn="r">
              <a:spcBef>
                <a:spcPts val="0"/>
              </a:spcBef>
              <a:buNone/>
              <a:defRPr b="0" i="0" sz="1200">
                <a:solidFill>
                  <a:schemeClr val="dk1"/>
                </a:solidFill>
                <a:latin typeface="Calibri"/>
                <a:ea typeface="Calibri"/>
                <a:cs typeface="Calibri"/>
                <a:sym typeface="Calibri"/>
              </a:defRPr>
            </a:lvl2pPr>
            <a:lvl3pPr indent="0" lvl="2" marL="0" marR="0" rtl="0" algn="r">
              <a:spcBef>
                <a:spcPts val="0"/>
              </a:spcBef>
              <a:buNone/>
              <a:defRPr b="0" i="0" sz="1200">
                <a:solidFill>
                  <a:schemeClr val="dk1"/>
                </a:solidFill>
                <a:latin typeface="Calibri"/>
                <a:ea typeface="Calibri"/>
                <a:cs typeface="Calibri"/>
                <a:sym typeface="Calibri"/>
              </a:defRPr>
            </a:lvl3pPr>
            <a:lvl4pPr indent="0" lvl="3" marL="0" marR="0" rtl="0" algn="r">
              <a:spcBef>
                <a:spcPts val="0"/>
              </a:spcBef>
              <a:buNone/>
              <a:defRPr b="0" i="0" sz="1200">
                <a:solidFill>
                  <a:schemeClr val="dk1"/>
                </a:solidFill>
                <a:latin typeface="Calibri"/>
                <a:ea typeface="Calibri"/>
                <a:cs typeface="Calibri"/>
                <a:sym typeface="Calibri"/>
              </a:defRPr>
            </a:lvl4pPr>
            <a:lvl5pPr indent="0" lvl="4" marL="0" marR="0" rtl="0" algn="r">
              <a:spcBef>
                <a:spcPts val="0"/>
              </a:spcBef>
              <a:buNone/>
              <a:defRPr b="0" i="0" sz="1200">
                <a:solidFill>
                  <a:schemeClr val="dk1"/>
                </a:solidFill>
                <a:latin typeface="Calibri"/>
                <a:ea typeface="Calibri"/>
                <a:cs typeface="Calibri"/>
                <a:sym typeface="Calibri"/>
              </a:defRPr>
            </a:lvl5pPr>
            <a:lvl6pPr indent="0" lvl="5" marL="0" marR="0" rtl="0" algn="r">
              <a:spcBef>
                <a:spcPts val="0"/>
              </a:spcBef>
              <a:buNone/>
              <a:defRPr b="0" i="0" sz="1200">
                <a:solidFill>
                  <a:schemeClr val="dk1"/>
                </a:solidFill>
                <a:latin typeface="Calibri"/>
                <a:ea typeface="Calibri"/>
                <a:cs typeface="Calibri"/>
                <a:sym typeface="Calibri"/>
              </a:defRPr>
            </a:lvl6pPr>
            <a:lvl7pPr indent="0" lvl="6" marL="0" marR="0" rtl="0" algn="r">
              <a:spcBef>
                <a:spcPts val="0"/>
              </a:spcBef>
              <a:buNone/>
              <a:defRPr b="0" i="0" sz="1200">
                <a:solidFill>
                  <a:schemeClr val="dk1"/>
                </a:solidFill>
                <a:latin typeface="Calibri"/>
                <a:ea typeface="Calibri"/>
                <a:cs typeface="Calibri"/>
                <a:sym typeface="Calibri"/>
              </a:defRPr>
            </a:lvl7pPr>
            <a:lvl8pPr indent="0" lvl="7" marL="0" marR="0" rtl="0" algn="r">
              <a:spcBef>
                <a:spcPts val="0"/>
              </a:spcBef>
              <a:buNone/>
              <a:defRPr b="0" i="0" sz="1200">
                <a:solidFill>
                  <a:schemeClr val="dk1"/>
                </a:solidFill>
                <a:latin typeface="Calibri"/>
                <a:ea typeface="Calibri"/>
                <a:cs typeface="Calibri"/>
                <a:sym typeface="Calibri"/>
              </a:defRPr>
            </a:lvl8pPr>
            <a:lvl9pPr indent="0" lvl="8" marL="0" marR="0" rtl="0" algn="r">
              <a:spcBef>
                <a:spcPts val="0"/>
              </a:spcBef>
              <a:buNone/>
              <a:defRPr b="0" i="0" sz="1200">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145" name="Google Shape;145;p83"/>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6" name="Google Shape;146;p83"/>
          <p:cNvSpPr txBox="1"/>
          <p:nvPr/>
        </p:nvSpPr>
        <p:spPr>
          <a:xfrm>
            <a:off x="2895600" y="6259811"/>
            <a:ext cx="716881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Instructor Resources - Power Point Slides for Systems Analysis and Design by Alan Dennis (Eighth Edition)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72" r:id="rId1"/>
    <p:sldLayoutId id="2147483673"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8" name="Shape 158"/>
        <p:cNvGrpSpPr/>
        <p:nvPr/>
      </p:nvGrpSpPr>
      <p:grpSpPr>
        <a:xfrm>
          <a:off x="0" y="0"/>
          <a:ext cx="0" cy="0"/>
          <a:chOff x="0" y="0"/>
          <a:chExt cx="0" cy="0"/>
        </a:xfrm>
      </p:grpSpPr>
      <p:sp>
        <p:nvSpPr>
          <p:cNvPr id="159" name="Google Shape;159;p86"/>
          <p:cNvSpPr txBox="1"/>
          <p:nvPr>
            <p:ph type="title"/>
          </p:nvPr>
        </p:nvSpPr>
        <p:spPr>
          <a:xfrm>
            <a:off x="382016" y="762001"/>
            <a:ext cx="11379200" cy="990599"/>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accent1"/>
              </a:buClr>
              <a:buSzPts val="4000"/>
              <a:buFont typeface="Calibri"/>
              <a:buNone/>
              <a:defRPr b="0" i="0" sz="4000" u="none" cap="none" strike="noStrike">
                <a:solidFill>
                  <a:schemeClr val="accen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0" name="Google Shape;160;p86"/>
          <p:cNvSpPr/>
          <p:nvPr/>
        </p:nvSpPr>
        <p:spPr>
          <a:xfrm>
            <a:off x="0" y="0"/>
            <a:ext cx="12192000" cy="457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61" name="Google Shape;161;p86"/>
          <p:cNvCxnSpPr/>
          <p:nvPr/>
        </p:nvCxnSpPr>
        <p:spPr>
          <a:xfrm>
            <a:off x="0" y="6324600"/>
            <a:ext cx="12192000" cy="0"/>
          </a:xfrm>
          <a:prstGeom prst="straightConnector1">
            <a:avLst/>
          </a:prstGeom>
          <a:noFill/>
          <a:ln cap="flat" cmpd="sng" w="12700">
            <a:solidFill>
              <a:schemeClr val="accent1"/>
            </a:solidFill>
            <a:prstDash val="solid"/>
            <a:miter lim="8000"/>
            <a:headEnd len="sm" w="sm" type="none"/>
            <a:tailEnd len="sm" w="sm" type="none"/>
          </a:ln>
        </p:spPr>
      </p:cxnSp>
      <p:sp>
        <p:nvSpPr>
          <p:cNvPr id="162" name="Google Shape;162;p86"/>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a:solidFill>
                  <a:schemeClr val="dk1"/>
                </a:solidFill>
                <a:latin typeface="Calibri"/>
                <a:ea typeface="Calibri"/>
                <a:cs typeface="Calibri"/>
                <a:sym typeface="Calibri"/>
              </a:defRPr>
            </a:lvl1pPr>
            <a:lvl2pPr indent="0" lvl="1" marL="0" marR="0" rtl="0" algn="r">
              <a:spcBef>
                <a:spcPts val="0"/>
              </a:spcBef>
              <a:buNone/>
              <a:defRPr b="0" i="0" sz="1200">
                <a:solidFill>
                  <a:schemeClr val="dk1"/>
                </a:solidFill>
                <a:latin typeface="Calibri"/>
                <a:ea typeface="Calibri"/>
                <a:cs typeface="Calibri"/>
                <a:sym typeface="Calibri"/>
              </a:defRPr>
            </a:lvl2pPr>
            <a:lvl3pPr indent="0" lvl="2" marL="0" marR="0" rtl="0" algn="r">
              <a:spcBef>
                <a:spcPts val="0"/>
              </a:spcBef>
              <a:buNone/>
              <a:defRPr b="0" i="0" sz="1200">
                <a:solidFill>
                  <a:schemeClr val="dk1"/>
                </a:solidFill>
                <a:latin typeface="Calibri"/>
                <a:ea typeface="Calibri"/>
                <a:cs typeface="Calibri"/>
                <a:sym typeface="Calibri"/>
              </a:defRPr>
            </a:lvl3pPr>
            <a:lvl4pPr indent="0" lvl="3" marL="0" marR="0" rtl="0" algn="r">
              <a:spcBef>
                <a:spcPts val="0"/>
              </a:spcBef>
              <a:buNone/>
              <a:defRPr b="0" i="0" sz="1200">
                <a:solidFill>
                  <a:schemeClr val="dk1"/>
                </a:solidFill>
                <a:latin typeface="Calibri"/>
                <a:ea typeface="Calibri"/>
                <a:cs typeface="Calibri"/>
                <a:sym typeface="Calibri"/>
              </a:defRPr>
            </a:lvl4pPr>
            <a:lvl5pPr indent="0" lvl="4" marL="0" marR="0" rtl="0" algn="r">
              <a:spcBef>
                <a:spcPts val="0"/>
              </a:spcBef>
              <a:buNone/>
              <a:defRPr b="0" i="0" sz="1200">
                <a:solidFill>
                  <a:schemeClr val="dk1"/>
                </a:solidFill>
                <a:latin typeface="Calibri"/>
                <a:ea typeface="Calibri"/>
                <a:cs typeface="Calibri"/>
                <a:sym typeface="Calibri"/>
              </a:defRPr>
            </a:lvl5pPr>
            <a:lvl6pPr indent="0" lvl="5" marL="0" marR="0" rtl="0" algn="r">
              <a:spcBef>
                <a:spcPts val="0"/>
              </a:spcBef>
              <a:buNone/>
              <a:defRPr b="0" i="0" sz="1200">
                <a:solidFill>
                  <a:schemeClr val="dk1"/>
                </a:solidFill>
                <a:latin typeface="Calibri"/>
                <a:ea typeface="Calibri"/>
                <a:cs typeface="Calibri"/>
                <a:sym typeface="Calibri"/>
              </a:defRPr>
            </a:lvl6pPr>
            <a:lvl7pPr indent="0" lvl="6" marL="0" marR="0" rtl="0" algn="r">
              <a:spcBef>
                <a:spcPts val="0"/>
              </a:spcBef>
              <a:buNone/>
              <a:defRPr b="0" i="0" sz="1200">
                <a:solidFill>
                  <a:schemeClr val="dk1"/>
                </a:solidFill>
                <a:latin typeface="Calibri"/>
                <a:ea typeface="Calibri"/>
                <a:cs typeface="Calibri"/>
                <a:sym typeface="Calibri"/>
              </a:defRPr>
            </a:lvl7pPr>
            <a:lvl8pPr indent="0" lvl="7" marL="0" marR="0" rtl="0" algn="r">
              <a:spcBef>
                <a:spcPts val="0"/>
              </a:spcBef>
              <a:buNone/>
              <a:defRPr b="0" i="0" sz="1200">
                <a:solidFill>
                  <a:schemeClr val="dk1"/>
                </a:solidFill>
                <a:latin typeface="Calibri"/>
                <a:ea typeface="Calibri"/>
                <a:cs typeface="Calibri"/>
                <a:sym typeface="Calibri"/>
              </a:defRPr>
            </a:lvl8pPr>
            <a:lvl9pPr indent="0" lvl="8" marL="0" marR="0" rtl="0" algn="r">
              <a:spcBef>
                <a:spcPts val="0"/>
              </a:spcBef>
              <a:buNone/>
              <a:defRPr b="0" i="0" sz="1200">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163" name="Google Shape;163;p86"/>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4" name="Google Shape;164;p86"/>
          <p:cNvSpPr txBox="1"/>
          <p:nvPr/>
        </p:nvSpPr>
        <p:spPr>
          <a:xfrm>
            <a:off x="2895600" y="6259811"/>
            <a:ext cx="716881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Instructor Resources - Power Point Slides for Systems Analysis and Design by Alan Dennis (Eighth Edition)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75" r:id="rId1"/>
    <p:sldLayoutId id="2147483676" r:id="rId2"/>
    <p:sldLayoutId id="2147483677" r:id="rId3"/>
    <p:sldLayoutId id="2147483678"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9" name="Shape 189"/>
        <p:cNvGrpSpPr/>
        <p:nvPr/>
      </p:nvGrpSpPr>
      <p:grpSpPr>
        <a:xfrm>
          <a:off x="0" y="0"/>
          <a:ext cx="0" cy="0"/>
          <a:chOff x="0" y="0"/>
          <a:chExt cx="0" cy="0"/>
        </a:xfrm>
      </p:grpSpPr>
      <p:sp>
        <p:nvSpPr>
          <p:cNvPr id="190" name="Google Shape;190;p91"/>
          <p:cNvSpPr txBox="1"/>
          <p:nvPr>
            <p:ph idx="11" type="ftr"/>
          </p:nvPr>
        </p:nvSpPr>
        <p:spPr>
          <a:xfrm>
            <a:off x="4038600" y="6400801"/>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1" name="Google Shape;191;p91"/>
          <p:cNvSpPr txBox="1"/>
          <p:nvPr>
            <p:ph idx="12" type="sldNum"/>
          </p:nvPr>
        </p:nvSpPr>
        <p:spPr>
          <a:xfrm>
            <a:off x="8610600" y="6356351"/>
            <a:ext cx="3172968"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chemeClr val="dk1"/>
                </a:solidFill>
                <a:latin typeface="Calibri"/>
                <a:ea typeface="Calibri"/>
                <a:cs typeface="Calibri"/>
                <a:sym typeface="Calibri"/>
              </a:defRPr>
            </a:lvl1pPr>
            <a:lvl2pPr indent="0" lvl="1" marL="0" marR="0" rtl="0" algn="r">
              <a:spcBef>
                <a:spcPts val="0"/>
              </a:spcBef>
              <a:buNone/>
              <a:defRPr sz="1200">
                <a:solidFill>
                  <a:schemeClr val="dk1"/>
                </a:solidFill>
                <a:latin typeface="Calibri"/>
                <a:ea typeface="Calibri"/>
                <a:cs typeface="Calibri"/>
                <a:sym typeface="Calibri"/>
              </a:defRPr>
            </a:lvl2pPr>
            <a:lvl3pPr indent="0" lvl="2" marL="0" marR="0" rtl="0" algn="r">
              <a:spcBef>
                <a:spcPts val="0"/>
              </a:spcBef>
              <a:buNone/>
              <a:defRPr sz="1200">
                <a:solidFill>
                  <a:schemeClr val="dk1"/>
                </a:solidFill>
                <a:latin typeface="Calibri"/>
                <a:ea typeface="Calibri"/>
                <a:cs typeface="Calibri"/>
                <a:sym typeface="Calibri"/>
              </a:defRPr>
            </a:lvl3pPr>
            <a:lvl4pPr indent="0" lvl="3" marL="0" marR="0" rtl="0" algn="r">
              <a:spcBef>
                <a:spcPts val="0"/>
              </a:spcBef>
              <a:buNone/>
              <a:defRPr sz="1200">
                <a:solidFill>
                  <a:schemeClr val="dk1"/>
                </a:solidFill>
                <a:latin typeface="Calibri"/>
                <a:ea typeface="Calibri"/>
                <a:cs typeface="Calibri"/>
                <a:sym typeface="Calibri"/>
              </a:defRPr>
            </a:lvl4pPr>
            <a:lvl5pPr indent="0" lvl="4" marL="0" marR="0" rtl="0" algn="r">
              <a:spcBef>
                <a:spcPts val="0"/>
              </a:spcBef>
              <a:buNone/>
              <a:defRPr sz="1200">
                <a:solidFill>
                  <a:schemeClr val="dk1"/>
                </a:solidFill>
                <a:latin typeface="Calibri"/>
                <a:ea typeface="Calibri"/>
                <a:cs typeface="Calibri"/>
                <a:sym typeface="Calibri"/>
              </a:defRPr>
            </a:lvl5pPr>
            <a:lvl6pPr indent="0" lvl="5" marL="0" marR="0" rtl="0" algn="r">
              <a:spcBef>
                <a:spcPts val="0"/>
              </a:spcBef>
              <a:buNone/>
              <a:defRPr sz="1200">
                <a:solidFill>
                  <a:schemeClr val="dk1"/>
                </a:solidFill>
                <a:latin typeface="Calibri"/>
                <a:ea typeface="Calibri"/>
                <a:cs typeface="Calibri"/>
                <a:sym typeface="Calibri"/>
              </a:defRPr>
            </a:lvl6pPr>
            <a:lvl7pPr indent="0" lvl="6" marL="0" marR="0" rtl="0" algn="r">
              <a:spcBef>
                <a:spcPts val="0"/>
              </a:spcBef>
              <a:buNone/>
              <a:defRPr sz="1200">
                <a:solidFill>
                  <a:schemeClr val="dk1"/>
                </a:solidFill>
                <a:latin typeface="Calibri"/>
                <a:ea typeface="Calibri"/>
                <a:cs typeface="Calibri"/>
                <a:sym typeface="Calibri"/>
              </a:defRPr>
            </a:lvl7pPr>
            <a:lvl8pPr indent="0" lvl="7" marL="0" marR="0" rtl="0" algn="r">
              <a:spcBef>
                <a:spcPts val="0"/>
              </a:spcBef>
              <a:buNone/>
              <a:defRPr sz="1200">
                <a:solidFill>
                  <a:schemeClr val="dk1"/>
                </a:solidFill>
                <a:latin typeface="Calibri"/>
                <a:ea typeface="Calibri"/>
                <a:cs typeface="Calibri"/>
                <a:sym typeface="Calibri"/>
              </a:defRPr>
            </a:lvl8pPr>
            <a:lvl9pPr indent="0" lvl="8" marL="0" marR="0" rtl="0" algn="r">
              <a:spcBef>
                <a:spcPts val="0"/>
              </a:spcBef>
              <a:buNone/>
              <a:defRPr sz="1200">
                <a:solidFill>
                  <a:schemeClr val="dk1"/>
                </a:solidFill>
                <a:latin typeface="Calibri"/>
                <a:ea typeface="Calibri"/>
                <a:cs typeface="Calibri"/>
                <a:sym typeface="Calibri"/>
              </a:defRPr>
            </a:lvl9pPr>
          </a:lstStyle>
          <a:p>
            <a:pPr indent="0" lvl="0" marL="0" rtl="0" algn="r">
              <a:spcBef>
                <a:spcPts val="0"/>
              </a:spcBef>
              <a:spcAft>
                <a:spcPts val="0"/>
              </a:spcAft>
              <a:buNone/>
            </a:pPr>
            <a:r>
              <a:rPr lang="en-US"/>
              <a:t>4-</a:t>
            </a:r>
            <a:fld id="{00000000-1234-1234-1234-123412341234}" type="slidenum">
              <a:rPr lang="en-US"/>
              <a:t>‹#›</a:t>
            </a:fld>
            <a:endParaRPr/>
          </a:p>
        </p:txBody>
      </p:sp>
      <p:sp>
        <p:nvSpPr>
          <p:cNvPr id="192" name="Google Shape;192;p91"/>
          <p:cNvSpPr/>
          <p:nvPr/>
        </p:nvSpPr>
        <p:spPr>
          <a:xfrm>
            <a:off x="0" y="0"/>
            <a:ext cx="12192000" cy="457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93" name="Google Shape;193;p91"/>
          <p:cNvCxnSpPr/>
          <p:nvPr/>
        </p:nvCxnSpPr>
        <p:spPr>
          <a:xfrm>
            <a:off x="0" y="6324600"/>
            <a:ext cx="12192000" cy="0"/>
          </a:xfrm>
          <a:prstGeom prst="straightConnector1">
            <a:avLst/>
          </a:prstGeom>
          <a:noFill/>
          <a:ln cap="flat" cmpd="sng" w="12700">
            <a:solidFill>
              <a:schemeClr val="accent1"/>
            </a:solidFill>
            <a:prstDash val="solid"/>
            <a:miter lim="8000"/>
            <a:headEnd len="sm" w="sm" type="none"/>
            <a:tailEnd len="sm" w="sm" type="none"/>
          </a:ln>
        </p:spPr>
      </p:cxnSp>
      <p:sp>
        <p:nvSpPr>
          <p:cNvPr id="194" name="Google Shape;194;p91"/>
          <p:cNvSpPr txBox="1"/>
          <p:nvPr/>
        </p:nvSpPr>
        <p:spPr>
          <a:xfrm>
            <a:off x="2895600" y="6259811"/>
            <a:ext cx="716881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Instructor Resources - Power Point Slides for Systems Analysis and Design by Alan Dennis (Eighth Edition)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80" r:id="rId1"/>
    <p:sldLayoutId id="2147483681"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 Id="rId3" Type="http://schemas.openxmlformats.org/officeDocument/2006/relationships/image" Target="../media/image1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1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 Id="rId3" Type="http://schemas.openxmlformats.org/officeDocument/2006/relationships/image" Target="../media/image1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 Id="rId3" Type="http://schemas.openxmlformats.org/officeDocument/2006/relationships/image" Target="../media/image1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 Id="rId3" Type="http://schemas.openxmlformats.org/officeDocument/2006/relationships/image" Target="../media/image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 Id="rId3" Type="http://schemas.openxmlformats.org/officeDocument/2006/relationships/image" Target="../media/image1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 Id="rId3" Type="http://schemas.openxmlformats.org/officeDocument/2006/relationships/image" Target="../media/image1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 Id="rId3" Type="http://schemas.openxmlformats.org/officeDocument/2006/relationships/image" Target="../media/image1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
          <p:cNvSpPr txBox="1"/>
          <p:nvPr>
            <p:ph type="title"/>
          </p:nvPr>
        </p:nvSpPr>
        <p:spPr>
          <a:xfrm>
            <a:off x="203200" y="365126"/>
            <a:ext cx="11785600" cy="1387475"/>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200"/>
              <a:buFont typeface="Calibri"/>
              <a:buNone/>
            </a:pPr>
            <a:r>
              <a:rPr lang="en-US"/>
              <a:t>System Analysis and Design</a:t>
            </a:r>
            <a:endParaRPr/>
          </a:p>
        </p:txBody>
      </p:sp>
      <p:sp>
        <p:nvSpPr>
          <p:cNvPr id="211" name="Google Shape;211;p1"/>
          <p:cNvSpPr txBox="1"/>
          <p:nvPr>
            <p:ph idx="1" type="body"/>
          </p:nvPr>
        </p:nvSpPr>
        <p:spPr>
          <a:xfrm>
            <a:off x="203200" y="1752600"/>
            <a:ext cx="11785600" cy="6096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2900"/>
              <a:buNone/>
            </a:pPr>
            <a:r>
              <a:rPr lang="en-US"/>
              <a:t>Eighth Edition</a:t>
            </a:r>
            <a:endParaRPr/>
          </a:p>
        </p:txBody>
      </p:sp>
      <p:sp>
        <p:nvSpPr>
          <p:cNvPr id="212" name="Google Shape;212;p1"/>
          <p:cNvSpPr txBox="1"/>
          <p:nvPr>
            <p:ph idx="2" type="body"/>
          </p:nvPr>
        </p:nvSpPr>
        <p:spPr>
          <a:xfrm>
            <a:off x="203200" y="2362200"/>
            <a:ext cx="11785600" cy="6858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accent2"/>
              </a:buClr>
              <a:buSzPts val="2800"/>
              <a:buNone/>
            </a:pPr>
            <a:r>
              <a:rPr lang="en-US"/>
              <a:t>Alan Dennis, Barbara Wixom, Roberta M. Roth</a:t>
            </a:r>
            <a:endParaRPr/>
          </a:p>
        </p:txBody>
      </p:sp>
      <p:sp>
        <p:nvSpPr>
          <p:cNvPr id="213" name="Google Shape;213;p1"/>
          <p:cNvSpPr txBox="1"/>
          <p:nvPr>
            <p:ph idx="3" type="body"/>
          </p:nvPr>
        </p:nvSpPr>
        <p:spPr>
          <a:xfrm>
            <a:off x="203200" y="3733800"/>
            <a:ext cx="11785600" cy="5334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accent1"/>
              </a:buClr>
              <a:buSzPts val="4000"/>
              <a:buNone/>
            </a:pPr>
            <a:r>
              <a:rPr lang="en-US"/>
              <a:t>Chapter 4</a:t>
            </a:r>
            <a:endParaRPr/>
          </a:p>
        </p:txBody>
      </p:sp>
      <p:sp>
        <p:nvSpPr>
          <p:cNvPr id="214" name="Google Shape;214;p1"/>
          <p:cNvSpPr txBox="1"/>
          <p:nvPr>
            <p:ph idx="4" type="body"/>
          </p:nvPr>
        </p:nvSpPr>
        <p:spPr>
          <a:xfrm>
            <a:off x="203200" y="4267200"/>
            <a:ext cx="11785600" cy="24384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800"/>
              <a:buNone/>
            </a:pPr>
            <a:r>
              <a:rPr lang="en-US"/>
              <a:t>Understanding Processes with Use Cases and Process Models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
          <p:cNvSpPr txBox="1"/>
          <p:nvPr>
            <p:ph type="title"/>
          </p:nvPr>
        </p:nvSpPr>
        <p:spPr>
          <a:xfrm>
            <a:off x="406400" y="743712"/>
            <a:ext cx="11379200" cy="9906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000"/>
              <a:buFont typeface="Calibri"/>
              <a:buNone/>
            </a:pPr>
            <a:r>
              <a:rPr lang="en-US"/>
              <a:t>Objectives</a:t>
            </a:r>
            <a:endParaRPr/>
          </a:p>
        </p:txBody>
      </p:sp>
      <p:sp>
        <p:nvSpPr>
          <p:cNvPr id="221" name="Google Shape;221;p2"/>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SzPts val="2800"/>
              <a:buFont typeface="Arial"/>
              <a:buChar char="•"/>
            </a:pPr>
            <a:r>
              <a:rPr lang="en-US"/>
              <a:t>Explain the purpose of use cases in the analysis phase of the SDLC.</a:t>
            </a:r>
            <a:endParaRPr/>
          </a:p>
          <a:p>
            <a:pPr indent="-514350" lvl="0" marL="514350" rtl="0" algn="l">
              <a:lnSpc>
                <a:spcPct val="90000"/>
              </a:lnSpc>
              <a:spcBef>
                <a:spcPts val="1000"/>
              </a:spcBef>
              <a:spcAft>
                <a:spcPts val="0"/>
              </a:spcAft>
              <a:buSzPts val="2800"/>
              <a:buFont typeface="Arial"/>
              <a:buChar char="•"/>
            </a:pPr>
            <a:r>
              <a:rPr lang="en-US"/>
              <a:t>Describe the various parts of a use case and the purpose of each part.</a:t>
            </a:r>
            <a:endParaRPr/>
          </a:p>
          <a:p>
            <a:pPr indent="-514350" lvl="0" marL="514350" rtl="0" algn="l">
              <a:lnSpc>
                <a:spcPct val="90000"/>
              </a:lnSpc>
              <a:spcBef>
                <a:spcPts val="1000"/>
              </a:spcBef>
              <a:spcAft>
                <a:spcPts val="0"/>
              </a:spcAft>
              <a:buSzPts val="2800"/>
              <a:buFont typeface="Arial"/>
              <a:buChar char="•"/>
            </a:pPr>
            <a:r>
              <a:rPr lang="en-US"/>
              <a:t>Describe how use cases contribute to the functional requirements.</a:t>
            </a:r>
            <a:endParaRPr/>
          </a:p>
          <a:p>
            <a:pPr indent="-514350" lvl="0" marL="514350" rtl="0" algn="l">
              <a:lnSpc>
                <a:spcPct val="90000"/>
              </a:lnSpc>
              <a:spcBef>
                <a:spcPts val="1000"/>
              </a:spcBef>
              <a:spcAft>
                <a:spcPts val="0"/>
              </a:spcAft>
              <a:buSzPts val="2800"/>
              <a:buFont typeface="Arial"/>
              <a:buChar char="•"/>
            </a:pPr>
            <a:r>
              <a:rPr lang="en-US"/>
              <a:t>Describe how use cases inform the development of test plans.</a:t>
            </a:r>
            <a:endParaRPr/>
          </a:p>
          <a:p>
            <a:pPr indent="-514350" lvl="0" marL="514350" rtl="0" algn="l">
              <a:lnSpc>
                <a:spcPct val="90000"/>
              </a:lnSpc>
              <a:spcBef>
                <a:spcPts val="1000"/>
              </a:spcBef>
              <a:spcAft>
                <a:spcPts val="0"/>
              </a:spcAft>
              <a:buSzPts val="2800"/>
              <a:buFont typeface="Arial"/>
              <a:buChar char="•"/>
            </a:pPr>
            <a:r>
              <a:rPr lang="en-US"/>
              <a:t>Explain the process used to create a use case.</a:t>
            </a:r>
            <a:endParaRPr/>
          </a:p>
          <a:p>
            <a:pPr indent="-514350" lvl="0" marL="514350" rtl="0" algn="l">
              <a:lnSpc>
                <a:spcPct val="90000"/>
              </a:lnSpc>
              <a:spcBef>
                <a:spcPts val="1000"/>
              </a:spcBef>
              <a:spcAft>
                <a:spcPts val="0"/>
              </a:spcAft>
              <a:buSzPts val="2800"/>
              <a:buFont typeface="Arial"/>
              <a:buChar char="•"/>
            </a:pPr>
            <a:r>
              <a:rPr lang="en-US"/>
              <a:t>Explain the rules and style guidelines for data flow diagrams.</a:t>
            </a:r>
            <a:endParaRPr/>
          </a:p>
          <a:p>
            <a:pPr indent="-514350" lvl="0" marL="514350" rtl="0" algn="l">
              <a:lnSpc>
                <a:spcPct val="90000"/>
              </a:lnSpc>
              <a:spcBef>
                <a:spcPts val="1000"/>
              </a:spcBef>
              <a:spcAft>
                <a:spcPts val="0"/>
              </a:spcAft>
              <a:buSzPts val="2800"/>
              <a:buFont typeface="Arial"/>
              <a:buChar char="•"/>
            </a:pPr>
            <a:r>
              <a:rPr lang="en-US"/>
              <a:t>Describe the process used to create data fl ow diagrams.</a:t>
            </a:r>
            <a:endParaRPr/>
          </a:p>
          <a:p>
            <a:pPr indent="-514350" lvl="0" marL="514350" rtl="0" algn="l">
              <a:lnSpc>
                <a:spcPct val="90000"/>
              </a:lnSpc>
              <a:spcBef>
                <a:spcPts val="1000"/>
              </a:spcBef>
              <a:spcAft>
                <a:spcPts val="0"/>
              </a:spcAft>
              <a:buSzPts val="2800"/>
              <a:buFont typeface="Arial"/>
              <a:buChar char="•"/>
            </a:pPr>
            <a:r>
              <a:rPr lang="en-US"/>
              <a:t>Create data flow diagrams.</a:t>
            </a:r>
            <a:endParaRPr/>
          </a:p>
        </p:txBody>
      </p:sp>
      <p:sp>
        <p:nvSpPr>
          <p:cNvPr id="222" name="Google Shape;222;p2"/>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
        <p:nvSpPr>
          <p:cNvPr id="223" name="Google Shape;223;p2"/>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Introduction</a:t>
            </a:r>
            <a:endParaRPr/>
          </a:p>
        </p:txBody>
      </p:sp>
      <p:sp>
        <p:nvSpPr>
          <p:cNvPr id="229" name="Google Shape;229;p3"/>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lnSpcReduction="10000"/>
          </a:bodyPr>
          <a:lstStyle/>
          <a:p>
            <a:pPr indent="-292608" lvl="0" marL="292608" marR="0" rtl="0" algn="l">
              <a:lnSpc>
                <a:spcPct val="90000"/>
              </a:lnSpc>
              <a:spcBef>
                <a:spcPts val="0"/>
              </a:spcBef>
              <a:spcAft>
                <a:spcPts val="0"/>
              </a:spcAft>
              <a:buClr>
                <a:schemeClr val="accent2"/>
              </a:buClr>
              <a:buSzPts val="2800"/>
              <a:buFont typeface="Arial"/>
              <a:buChar char="•"/>
            </a:pPr>
            <a:r>
              <a:rPr lang="en-US"/>
              <a:t>A key aspect of determining the requirements for the new system is understanding the </a:t>
            </a:r>
            <a:r>
              <a:rPr b="1" i="1" lang="en-US"/>
              <a:t>user requirements</a:t>
            </a:r>
            <a:endParaRPr/>
          </a:p>
          <a:p>
            <a:pPr indent="-320040" lvl="1" marL="621792" rtl="0" algn="l">
              <a:lnSpc>
                <a:spcPct val="90000"/>
              </a:lnSpc>
              <a:spcBef>
                <a:spcPts val="500"/>
              </a:spcBef>
              <a:spcAft>
                <a:spcPts val="0"/>
              </a:spcAft>
              <a:buSzPts val="1920"/>
              <a:buChar char="o"/>
            </a:pPr>
            <a:r>
              <a:rPr lang="en-US"/>
              <a:t>The things the users need to accomplish with the new system</a:t>
            </a:r>
            <a:endParaRPr/>
          </a:p>
          <a:p>
            <a:pPr indent="-292608" lvl="0" marL="292608" marR="0" rtl="0" algn="l">
              <a:lnSpc>
                <a:spcPct val="90000"/>
              </a:lnSpc>
              <a:spcBef>
                <a:spcPts val="1000"/>
              </a:spcBef>
              <a:spcAft>
                <a:spcPts val="0"/>
              </a:spcAft>
              <a:buClr>
                <a:schemeClr val="accent2"/>
              </a:buClr>
              <a:buSzPts val="2800"/>
              <a:buFont typeface="Arial"/>
              <a:buChar char="•"/>
            </a:pPr>
            <a:r>
              <a:rPr lang="en-US"/>
              <a:t>Use cases help us understand and clarify the users’ required interactions with the system and can help us more fully understand the functional requirements of the new system</a:t>
            </a:r>
            <a:endParaRPr/>
          </a:p>
          <a:p>
            <a:pPr indent="-292608" lvl="0" marL="292608" marR="0" rtl="0" algn="l">
              <a:lnSpc>
                <a:spcPct val="90000"/>
              </a:lnSpc>
              <a:spcBef>
                <a:spcPts val="1000"/>
              </a:spcBef>
              <a:spcAft>
                <a:spcPts val="0"/>
              </a:spcAft>
              <a:buClr>
                <a:schemeClr val="accent2"/>
              </a:buClr>
              <a:buSzPts val="2800"/>
              <a:buFont typeface="Arial"/>
              <a:buChar char="•"/>
            </a:pPr>
            <a:r>
              <a:rPr lang="en-US"/>
              <a:t>A use case represents how a system interacts with its environment</a:t>
            </a:r>
            <a:endParaRPr/>
          </a:p>
          <a:p>
            <a:pPr indent="-292608" lvl="0" marL="292608" marR="0" rtl="0" algn="l">
              <a:lnSpc>
                <a:spcPct val="90000"/>
              </a:lnSpc>
              <a:spcBef>
                <a:spcPts val="1000"/>
              </a:spcBef>
              <a:spcAft>
                <a:spcPts val="0"/>
              </a:spcAft>
              <a:buClr>
                <a:schemeClr val="accent2"/>
              </a:buClr>
              <a:buSzPts val="2800"/>
              <a:buFont typeface="Arial"/>
              <a:buChar char="•"/>
            </a:pPr>
            <a:r>
              <a:rPr lang="en-US"/>
              <a:t>Use cases are especially valuable for business system applications and websites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Process models have been a part of structured systems analysis and design techniques for many years</a:t>
            </a:r>
            <a:endParaRPr/>
          </a:p>
        </p:txBody>
      </p:sp>
      <p:sp>
        <p:nvSpPr>
          <p:cNvPr id="230" name="Google Shape;230;p3"/>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231" name="Google Shape;231;p3"/>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What Is a Use Case?</a:t>
            </a:r>
            <a:endParaRPr/>
          </a:p>
        </p:txBody>
      </p:sp>
      <p:sp>
        <p:nvSpPr>
          <p:cNvPr id="237" name="Google Shape;237;p4"/>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A use case depicts a set of activities performed to produce some output result</a:t>
            </a:r>
            <a:endParaRPr/>
          </a:p>
          <a:p>
            <a:pPr indent="-292608" lvl="0" marL="292608" marR="0" rtl="0" algn="l">
              <a:lnSpc>
                <a:spcPct val="90000"/>
              </a:lnSpc>
              <a:spcBef>
                <a:spcPts val="1000"/>
              </a:spcBef>
              <a:spcAft>
                <a:spcPts val="0"/>
              </a:spcAft>
              <a:buClr>
                <a:schemeClr val="accent2"/>
              </a:buClr>
              <a:buSzPts val="2800"/>
              <a:buFont typeface="Arial"/>
              <a:buChar char="•"/>
            </a:pPr>
            <a:r>
              <a:rPr lang="en-US"/>
              <a:t>Each use case describes how an </a:t>
            </a:r>
            <a:r>
              <a:rPr b="1" i="1" lang="en-US"/>
              <a:t>event triggers </a:t>
            </a:r>
            <a:r>
              <a:rPr lang="en-US"/>
              <a:t>actions performed by the system and the user</a:t>
            </a:r>
            <a:endParaRPr/>
          </a:p>
          <a:p>
            <a:pPr indent="-320040" lvl="1" marL="621792" rtl="0" algn="l">
              <a:lnSpc>
                <a:spcPct val="90000"/>
              </a:lnSpc>
              <a:spcBef>
                <a:spcPts val="500"/>
              </a:spcBef>
              <a:spcAft>
                <a:spcPts val="0"/>
              </a:spcAft>
              <a:buSzPts val="1920"/>
              <a:buChar char="o"/>
            </a:pPr>
            <a:r>
              <a:rPr lang="en-US"/>
              <a:t>Everything in the system can be thought of as a response to some trigger event</a:t>
            </a:r>
            <a:endParaRPr/>
          </a:p>
        </p:txBody>
      </p:sp>
      <p:sp>
        <p:nvSpPr>
          <p:cNvPr id="238" name="Google Shape;238;p4"/>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239" name="Google Shape;239;p4"/>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5"/>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Basic Information</a:t>
            </a:r>
            <a:endParaRPr/>
          </a:p>
        </p:txBody>
      </p:sp>
      <p:sp>
        <p:nvSpPr>
          <p:cNvPr id="245" name="Google Shape;245;p5"/>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1600" lvl="0" marL="291600" rtl="0" algn="l">
              <a:lnSpc>
                <a:spcPct val="90000"/>
              </a:lnSpc>
              <a:spcBef>
                <a:spcPts val="0"/>
              </a:spcBef>
              <a:spcAft>
                <a:spcPts val="0"/>
              </a:spcAft>
              <a:buSzPts val="2800"/>
              <a:buFont typeface="Arial"/>
              <a:buChar char="•"/>
            </a:pPr>
            <a:r>
              <a:rPr lang="en-US">
                <a:solidFill>
                  <a:srgbClr val="000000"/>
                </a:solidFill>
              </a:rPr>
              <a:t>Each use case has a </a:t>
            </a:r>
            <a:r>
              <a:rPr i="1" lang="en-US">
                <a:solidFill>
                  <a:srgbClr val="6C1418"/>
                </a:solidFill>
              </a:rPr>
              <a:t>name</a:t>
            </a:r>
            <a:r>
              <a:rPr lang="en-US">
                <a:solidFill>
                  <a:srgbClr val="000000"/>
                </a:solidFill>
              </a:rPr>
              <a:t> and </a:t>
            </a:r>
            <a:r>
              <a:rPr i="1" lang="en-US">
                <a:solidFill>
                  <a:srgbClr val="6C1418"/>
                </a:solidFill>
              </a:rPr>
              <a:t>number</a:t>
            </a:r>
            <a:r>
              <a:rPr lang="en-US">
                <a:solidFill>
                  <a:srgbClr val="000000"/>
                </a:solidFill>
              </a:rPr>
              <a:t>, and brief </a:t>
            </a:r>
            <a:r>
              <a:rPr i="1" lang="en-US">
                <a:solidFill>
                  <a:srgbClr val="6C1418"/>
                </a:solidFill>
              </a:rPr>
              <a:t>description</a:t>
            </a:r>
            <a:r>
              <a:rPr lang="en-US">
                <a:solidFill>
                  <a:srgbClr val="000000"/>
                </a:solidFill>
              </a:rPr>
              <a:t>.</a:t>
            </a:r>
            <a:endParaRPr/>
          </a:p>
          <a:p>
            <a:pPr indent="-291600" lvl="0" marL="291600" rtl="0" algn="l">
              <a:lnSpc>
                <a:spcPct val="90000"/>
              </a:lnSpc>
              <a:spcBef>
                <a:spcPts val="1000"/>
              </a:spcBef>
              <a:spcAft>
                <a:spcPts val="0"/>
              </a:spcAft>
              <a:buSzPts val="2800"/>
              <a:buFont typeface="Arial"/>
              <a:buChar char="•"/>
            </a:pPr>
            <a:r>
              <a:rPr lang="en-US">
                <a:solidFill>
                  <a:srgbClr val="000000"/>
                </a:solidFill>
              </a:rPr>
              <a:t>The </a:t>
            </a:r>
            <a:r>
              <a:rPr i="1" lang="en-US">
                <a:solidFill>
                  <a:srgbClr val="6C1418"/>
                </a:solidFill>
              </a:rPr>
              <a:t>priority</a:t>
            </a:r>
            <a:r>
              <a:rPr lang="en-US">
                <a:solidFill>
                  <a:srgbClr val="000000"/>
                </a:solidFill>
              </a:rPr>
              <a:t> may be assigned to indicate the relative significance.</a:t>
            </a:r>
            <a:endParaRPr/>
          </a:p>
          <a:p>
            <a:pPr indent="-291600" lvl="0" marL="291600" rtl="0" algn="l">
              <a:lnSpc>
                <a:spcPct val="90000"/>
              </a:lnSpc>
              <a:spcBef>
                <a:spcPts val="1000"/>
              </a:spcBef>
              <a:spcAft>
                <a:spcPts val="0"/>
              </a:spcAft>
              <a:buSzPts val="2800"/>
              <a:buFont typeface="Arial"/>
              <a:buChar char="•"/>
            </a:pPr>
            <a:r>
              <a:rPr lang="en-US">
                <a:solidFill>
                  <a:srgbClr val="000000"/>
                </a:solidFill>
              </a:rPr>
              <a:t>The </a:t>
            </a:r>
            <a:r>
              <a:rPr i="1" lang="en-US">
                <a:solidFill>
                  <a:srgbClr val="6C1418"/>
                </a:solidFill>
              </a:rPr>
              <a:t>actor</a:t>
            </a:r>
            <a:r>
              <a:rPr lang="en-US">
                <a:solidFill>
                  <a:srgbClr val="000000"/>
                </a:solidFill>
              </a:rPr>
              <a:t> refers to a person, another system, or a hardware device that interacts with the system to achieve a useful goal.</a:t>
            </a:r>
            <a:endParaRPr/>
          </a:p>
          <a:p>
            <a:pPr indent="-291600" lvl="0" marL="291600" rtl="0" algn="l">
              <a:lnSpc>
                <a:spcPct val="90000"/>
              </a:lnSpc>
              <a:spcBef>
                <a:spcPts val="1000"/>
              </a:spcBef>
              <a:spcAft>
                <a:spcPts val="0"/>
              </a:spcAft>
              <a:buSzPts val="2800"/>
              <a:buFont typeface="Arial"/>
              <a:buChar char="•"/>
            </a:pPr>
            <a:r>
              <a:rPr lang="en-US">
                <a:solidFill>
                  <a:srgbClr val="000000"/>
                </a:solidFill>
              </a:rPr>
              <a:t>The </a:t>
            </a:r>
            <a:r>
              <a:rPr i="1" lang="en-US">
                <a:solidFill>
                  <a:srgbClr val="6C1418"/>
                </a:solidFill>
              </a:rPr>
              <a:t>trigger</a:t>
            </a:r>
            <a:r>
              <a:rPr lang="en-US">
                <a:solidFill>
                  <a:srgbClr val="000000"/>
                </a:solidFill>
              </a:rPr>
              <a:t> for the use case – the event that causes the use case to begin.</a:t>
            </a:r>
            <a:endParaRPr/>
          </a:p>
          <a:p>
            <a:pPr indent="-291600" lvl="0" marL="291600" rtl="0" algn="l">
              <a:lnSpc>
                <a:spcPct val="90000"/>
              </a:lnSpc>
              <a:spcBef>
                <a:spcPts val="1000"/>
              </a:spcBef>
              <a:spcAft>
                <a:spcPts val="0"/>
              </a:spcAft>
              <a:buSzPts val="2800"/>
              <a:buFont typeface="Arial"/>
              <a:buChar char="•"/>
            </a:pPr>
            <a:r>
              <a:rPr lang="en-US">
                <a:solidFill>
                  <a:srgbClr val="000000"/>
                </a:solidFill>
              </a:rPr>
              <a:t>Events triggers can be </a:t>
            </a:r>
            <a:r>
              <a:rPr i="1" lang="en-US">
                <a:solidFill>
                  <a:srgbClr val="6C1418"/>
                </a:solidFill>
              </a:rPr>
              <a:t>external</a:t>
            </a:r>
            <a:r>
              <a:rPr lang="en-US">
                <a:solidFill>
                  <a:srgbClr val="000000"/>
                </a:solidFill>
              </a:rPr>
              <a:t> or </a:t>
            </a:r>
            <a:r>
              <a:rPr i="1" lang="en-US">
                <a:solidFill>
                  <a:srgbClr val="6C1418"/>
                </a:solidFill>
              </a:rPr>
              <a:t>temporal</a:t>
            </a:r>
            <a:endParaRPr>
              <a:solidFill>
                <a:srgbClr val="000000"/>
              </a:solidFill>
            </a:endParaRPr>
          </a:p>
        </p:txBody>
      </p:sp>
      <p:sp>
        <p:nvSpPr>
          <p:cNvPr id="246" name="Google Shape;246;p5"/>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247" name="Google Shape;247;p5"/>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6"/>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accent1"/>
              </a:buClr>
              <a:buSzPct val="100000"/>
              <a:buFont typeface="Calibri"/>
              <a:buNone/>
            </a:pPr>
            <a:r>
              <a:rPr lang="en-US"/>
              <a:t>Create Preliminary Custom Drone Order Use Case—Casual</a:t>
            </a:r>
            <a:br>
              <a:rPr lang="en-US"/>
            </a:br>
            <a:r>
              <a:rPr lang="en-US"/>
              <a:t>Format</a:t>
            </a:r>
            <a:endParaRPr/>
          </a:p>
        </p:txBody>
      </p:sp>
      <p:sp>
        <p:nvSpPr>
          <p:cNvPr id="253" name="Google Shape;253;p6"/>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254" name="Google Shape;254;p6"/>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pic>
        <p:nvPicPr>
          <p:cNvPr descr="Tabular chart presenting the template or casual format for creating preliminary custom drone order use case." id="255" name="Google Shape;255;p6"/>
          <p:cNvPicPr preferRelativeResize="0"/>
          <p:nvPr>
            <p:ph idx="1" type="body"/>
          </p:nvPr>
        </p:nvPicPr>
        <p:blipFill rotWithShape="1">
          <a:blip r:embed="rId3">
            <a:alphaModFix/>
          </a:blip>
          <a:srcRect b="0" l="0" r="0" t="0"/>
          <a:stretch/>
        </p:blipFill>
        <p:spPr>
          <a:xfrm>
            <a:off x="2096677" y="3409136"/>
            <a:ext cx="7998645" cy="118272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7"/>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Preconditions</a:t>
            </a:r>
            <a:endParaRPr/>
          </a:p>
        </p:txBody>
      </p:sp>
      <p:sp>
        <p:nvSpPr>
          <p:cNvPr id="261" name="Google Shape;261;p7"/>
          <p:cNvSpPr txBox="1"/>
          <p:nvPr>
            <p:ph idx="1" type="body"/>
          </p:nvPr>
        </p:nvSpPr>
        <p:spPr>
          <a:xfrm>
            <a:off x="406400" y="1752600"/>
            <a:ext cx="5384800" cy="4419600"/>
          </a:xfrm>
          <a:prstGeom prst="rect">
            <a:avLst/>
          </a:prstGeom>
          <a:noFill/>
          <a:ln>
            <a:noFill/>
          </a:ln>
        </p:spPr>
        <p:txBody>
          <a:bodyPr anchorCtr="0" anchor="t" bIns="45700" lIns="91425" spcFirstLastPara="1" rIns="91425" wrap="square" tIns="45700">
            <a:normAutofit/>
          </a:bodyPr>
          <a:lstStyle/>
          <a:p>
            <a:pPr indent="-457200" lvl="0" marL="457200" marR="0" rtl="0" algn="l">
              <a:lnSpc>
                <a:spcPct val="90000"/>
              </a:lnSpc>
              <a:spcBef>
                <a:spcPts val="0"/>
              </a:spcBef>
              <a:spcAft>
                <a:spcPts val="0"/>
              </a:spcAft>
              <a:buClr>
                <a:schemeClr val="dk1"/>
              </a:buClr>
              <a:buSzPts val="2800"/>
              <a:buFont typeface="Arial"/>
              <a:buChar char="•"/>
            </a:pPr>
            <a:r>
              <a:rPr lang="en-US"/>
              <a:t>It is important to define clearly what needs to be accomplished before each use case begins</a:t>
            </a:r>
            <a:endParaRPr/>
          </a:p>
          <a:p>
            <a:pPr indent="-457200" lvl="0" marL="457200" marR="0" rtl="0" algn="l">
              <a:lnSpc>
                <a:spcPct val="90000"/>
              </a:lnSpc>
              <a:spcBef>
                <a:spcPts val="1000"/>
              </a:spcBef>
              <a:spcAft>
                <a:spcPts val="0"/>
              </a:spcAft>
              <a:buClr>
                <a:schemeClr val="dk1"/>
              </a:buClr>
              <a:buSzPts val="2800"/>
              <a:buFont typeface="Arial"/>
              <a:buChar char="•"/>
            </a:pPr>
            <a:r>
              <a:rPr lang="en-US"/>
              <a:t>Preconditions define the state the system must be in before the use case commences</a:t>
            </a:r>
            <a:endParaRPr/>
          </a:p>
        </p:txBody>
      </p:sp>
      <p:sp>
        <p:nvSpPr>
          <p:cNvPr id="262" name="Google Shape;262;p7"/>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263" name="Google Shape;263;p7"/>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pic>
        <p:nvPicPr>
          <p:cNvPr id="264" name="Google Shape;264;p7"/>
          <p:cNvPicPr preferRelativeResize="0"/>
          <p:nvPr>
            <p:ph idx="2" type="body"/>
          </p:nvPr>
        </p:nvPicPr>
        <p:blipFill rotWithShape="1">
          <a:blip r:embed="rId3">
            <a:alphaModFix/>
          </a:blip>
          <a:srcRect b="0" l="0" r="0" t="0"/>
          <a:stretch/>
        </p:blipFill>
        <p:spPr>
          <a:xfrm>
            <a:off x="6356350" y="3581525"/>
            <a:ext cx="5384800" cy="761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8"/>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Normal Courses</a:t>
            </a:r>
            <a:endParaRPr/>
          </a:p>
        </p:txBody>
      </p:sp>
      <p:sp>
        <p:nvSpPr>
          <p:cNvPr id="270" name="Google Shape;270;p8"/>
          <p:cNvSpPr txBox="1"/>
          <p:nvPr>
            <p:ph idx="1" type="body"/>
          </p:nvPr>
        </p:nvSpPr>
        <p:spPr>
          <a:xfrm>
            <a:off x="406400" y="1752600"/>
            <a:ext cx="5384800" cy="4419600"/>
          </a:xfrm>
          <a:prstGeom prst="rect">
            <a:avLst/>
          </a:prstGeom>
          <a:noFill/>
          <a:ln>
            <a:noFill/>
          </a:ln>
        </p:spPr>
        <p:txBody>
          <a:bodyPr anchorCtr="0" anchor="t" bIns="45700" lIns="91425" spcFirstLastPara="1" rIns="91425" wrap="square" tIns="45700">
            <a:normAutofit/>
          </a:bodyPr>
          <a:lstStyle/>
          <a:p>
            <a:pPr indent="-457200" lvl="0" marL="457200" marR="0" rtl="0" algn="l">
              <a:lnSpc>
                <a:spcPct val="90000"/>
              </a:lnSpc>
              <a:spcBef>
                <a:spcPts val="0"/>
              </a:spcBef>
              <a:spcAft>
                <a:spcPts val="0"/>
              </a:spcAft>
              <a:buClr>
                <a:schemeClr val="dk1"/>
              </a:buClr>
              <a:buSzPts val="2800"/>
              <a:buFont typeface="Arial"/>
              <a:buChar char="•"/>
            </a:pPr>
            <a:r>
              <a:rPr lang="en-US"/>
              <a:t>The normal course lists the steps that are performed when everything flows smoothly in the system</a:t>
            </a:r>
            <a:endParaRPr/>
          </a:p>
          <a:p>
            <a:pPr indent="-457200" lvl="0" marL="457200" marR="0" rtl="0" algn="l">
              <a:lnSpc>
                <a:spcPct val="90000"/>
              </a:lnSpc>
              <a:spcBef>
                <a:spcPts val="1000"/>
              </a:spcBef>
              <a:spcAft>
                <a:spcPts val="0"/>
              </a:spcAft>
              <a:buClr>
                <a:schemeClr val="dk1"/>
              </a:buClr>
              <a:buSzPts val="2800"/>
              <a:buFont typeface="Arial"/>
              <a:buChar char="•"/>
            </a:pPr>
            <a:r>
              <a:rPr lang="en-US"/>
              <a:t>Sometimes called the </a:t>
            </a:r>
            <a:r>
              <a:rPr b="1" i="1" lang="en-US"/>
              <a:t>happy path</a:t>
            </a:r>
            <a:endParaRPr/>
          </a:p>
        </p:txBody>
      </p:sp>
      <p:pic>
        <p:nvPicPr>
          <p:cNvPr id="271" name="Google Shape;271;p8"/>
          <p:cNvPicPr preferRelativeResize="0"/>
          <p:nvPr>
            <p:ph idx="2" type="body"/>
          </p:nvPr>
        </p:nvPicPr>
        <p:blipFill rotWithShape="1">
          <a:blip r:embed="rId3">
            <a:alphaModFix/>
          </a:blip>
          <a:srcRect b="0" l="0" r="0" t="0"/>
          <a:stretch/>
        </p:blipFill>
        <p:spPr>
          <a:xfrm>
            <a:off x="6356350" y="2989666"/>
            <a:ext cx="5384800" cy="1945468"/>
          </a:xfrm>
          <a:prstGeom prst="rect">
            <a:avLst/>
          </a:prstGeom>
          <a:noFill/>
          <a:ln>
            <a:noFill/>
          </a:ln>
        </p:spPr>
      </p:pic>
      <p:sp>
        <p:nvSpPr>
          <p:cNvPr id="272" name="Google Shape;272;p8"/>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273" name="Google Shape;273;p8"/>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9"/>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Postconditions</a:t>
            </a:r>
            <a:endParaRPr/>
          </a:p>
        </p:txBody>
      </p:sp>
      <p:sp>
        <p:nvSpPr>
          <p:cNvPr id="279" name="Google Shape;279;p9"/>
          <p:cNvSpPr txBox="1"/>
          <p:nvPr>
            <p:ph idx="1" type="body"/>
          </p:nvPr>
        </p:nvSpPr>
        <p:spPr>
          <a:xfrm>
            <a:off x="406400" y="1752600"/>
            <a:ext cx="5384800" cy="4419600"/>
          </a:xfrm>
          <a:prstGeom prst="rect">
            <a:avLst/>
          </a:prstGeom>
          <a:noFill/>
          <a:ln>
            <a:noFill/>
          </a:ln>
        </p:spPr>
        <p:txBody>
          <a:bodyPr anchorCtr="0" anchor="t" bIns="45700" lIns="91425" spcFirstLastPara="1" rIns="91425" wrap="square" tIns="45700">
            <a:normAutofit/>
          </a:bodyPr>
          <a:lstStyle/>
          <a:p>
            <a:pPr indent="-457200" lvl="0" marL="457200" marR="0" rtl="0" algn="l">
              <a:lnSpc>
                <a:spcPct val="90000"/>
              </a:lnSpc>
              <a:spcBef>
                <a:spcPts val="0"/>
              </a:spcBef>
              <a:spcAft>
                <a:spcPts val="0"/>
              </a:spcAft>
              <a:buClr>
                <a:schemeClr val="dk1"/>
              </a:buClr>
              <a:buSzPts val="2800"/>
              <a:buFont typeface="Arial"/>
              <a:buChar char="•"/>
            </a:pPr>
            <a:r>
              <a:rPr lang="en-US"/>
              <a:t>In this section of the use case, we define the final products of this use case</a:t>
            </a:r>
            <a:endParaRPr/>
          </a:p>
          <a:p>
            <a:pPr indent="-457200" lvl="0" marL="457200" marR="0" rtl="0" algn="l">
              <a:lnSpc>
                <a:spcPct val="90000"/>
              </a:lnSpc>
              <a:spcBef>
                <a:spcPts val="1000"/>
              </a:spcBef>
              <a:spcAft>
                <a:spcPts val="0"/>
              </a:spcAft>
              <a:buClr>
                <a:schemeClr val="dk1"/>
              </a:buClr>
              <a:buSzPts val="2800"/>
              <a:buFont typeface="Arial"/>
              <a:buChar char="•"/>
            </a:pPr>
            <a:r>
              <a:rPr lang="en-US"/>
              <a:t>These postconditions also serve to define the preconditions for the next use case in the series</a:t>
            </a:r>
            <a:endParaRPr/>
          </a:p>
        </p:txBody>
      </p:sp>
      <p:pic>
        <p:nvPicPr>
          <p:cNvPr id="280" name="Google Shape;280;p9"/>
          <p:cNvPicPr preferRelativeResize="0"/>
          <p:nvPr>
            <p:ph idx="2" type="body"/>
          </p:nvPr>
        </p:nvPicPr>
        <p:blipFill rotWithShape="1">
          <a:blip r:embed="rId3">
            <a:alphaModFix/>
          </a:blip>
          <a:srcRect b="0" l="0" r="0" t="0"/>
          <a:stretch/>
        </p:blipFill>
        <p:spPr>
          <a:xfrm>
            <a:off x="6356350" y="3487937"/>
            <a:ext cx="5384800" cy="948925"/>
          </a:xfrm>
          <a:prstGeom prst="rect">
            <a:avLst/>
          </a:prstGeom>
          <a:noFill/>
          <a:ln>
            <a:noFill/>
          </a:ln>
        </p:spPr>
      </p:pic>
      <p:sp>
        <p:nvSpPr>
          <p:cNvPr id="281" name="Google Shape;281;p9"/>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282" name="Google Shape;282;p9"/>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10"/>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Exceptions</a:t>
            </a:r>
            <a:endParaRPr/>
          </a:p>
        </p:txBody>
      </p:sp>
      <p:sp>
        <p:nvSpPr>
          <p:cNvPr id="288" name="Google Shape;288;p10"/>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To be complete, a use case should describe any error conditions or exceptions that may occur as the use case steps are performed</a:t>
            </a:r>
            <a:endParaRPr/>
          </a:p>
          <a:p>
            <a:pPr indent="-292608" lvl="0" marL="292608" marR="0" rtl="0" algn="l">
              <a:lnSpc>
                <a:spcPct val="90000"/>
              </a:lnSpc>
              <a:spcBef>
                <a:spcPts val="1000"/>
              </a:spcBef>
              <a:spcAft>
                <a:spcPts val="0"/>
              </a:spcAft>
              <a:buClr>
                <a:schemeClr val="accent2"/>
              </a:buClr>
              <a:buSzPts val="2800"/>
              <a:buFont typeface="Arial"/>
              <a:buChar char="•"/>
            </a:pPr>
            <a:r>
              <a:rPr lang="en-US"/>
              <a:t>These are not normal branches in decision logic but are unusual occurrences or errors that could potentially be encountered and will lead to an unsuccessful result</a:t>
            </a:r>
            <a:endParaRPr/>
          </a:p>
          <a:p>
            <a:pPr indent="-292608" lvl="0" marL="292608" marR="0" rtl="0" algn="l">
              <a:lnSpc>
                <a:spcPct val="90000"/>
              </a:lnSpc>
              <a:spcBef>
                <a:spcPts val="1000"/>
              </a:spcBef>
              <a:spcAft>
                <a:spcPts val="0"/>
              </a:spcAft>
              <a:buClr>
                <a:schemeClr val="accent2"/>
              </a:buClr>
              <a:buSzPts val="2800"/>
              <a:buFont typeface="Arial"/>
              <a:buChar char="•"/>
            </a:pPr>
            <a:r>
              <a:rPr lang="en-US"/>
              <a:t>We want to be sure that the system does not fail while in use because of an error</a:t>
            </a:r>
            <a:endParaRPr/>
          </a:p>
        </p:txBody>
      </p:sp>
      <p:sp>
        <p:nvSpPr>
          <p:cNvPr id="289" name="Google Shape;289;p10"/>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290" name="Google Shape;290;p10"/>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1"/>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Use Cases in Sequence</a:t>
            </a:r>
            <a:endParaRPr/>
          </a:p>
        </p:txBody>
      </p:sp>
      <p:sp>
        <p:nvSpPr>
          <p:cNvPr id="296" name="Google Shape;296;p11"/>
          <p:cNvSpPr txBox="1"/>
          <p:nvPr>
            <p:ph idx="1" type="body"/>
          </p:nvPr>
        </p:nvSpPr>
        <p:spPr>
          <a:xfrm>
            <a:off x="406400" y="1752600"/>
            <a:ext cx="5384800" cy="4419600"/>
          </a:xfrm>
          <a:prstGeom prst="rect">
            <a:avLst/>
          </a:prstGeom>
          <a:noFill/>
          <a:ln>
            <a:noFill/>
          </a:ln>
        </p:spPr>
        <p:txBody>
          <a:bodyPr anchorCtr="0" anchor="t" bIns="45700" lIns="91425" spcFirstLastPara="1" rIns="91425" wrap="square" tIns="45700">
            <a:normAutofit/>
          </a:bodyPr>
          <a:lstStyle/>
          <a:p>
            <a:pPr indent="-457200" lvl="0" marL="457200" marR="0" rtl="0" algn="l">
              <a:lnSpc>
                <a:spcPct val="90000"/>
              </a:lnSpc>
              <a:spcBef>
                <a:spcPts val="0"/>
              </a:spcBef>
              <a:spcAft>
                <a:spcPts val="0"/>
              </a:spcAft>
              <a:buClr>
                <a:schemeClr val="dk1"/>
              </a:buClr>
              <a:buSzPts val="2800"/>
              <a:buFont typeface="Arial"/>
              <a:buChar char="•"/>
            </a:pPr>
            <a:r>
              <a:rPr lang="en-US"/>
              <a:t>Uses cases often performed in sequence</a:t>
            </a:r>
            <a:endParaRPr/>
          </a:p>
          <a:p>
            <a:pPr indent="-457200" lvl="0" marL="457200" marR="0" rtl="0" algn="l">
              <a:lnSpc>
                <a:spcPct val="90000"/>
              </a:lnSpc>
              <a:spcBef>
                <a:spcPts val="1000"/>
              </a:spcBef>
              <a:spcAft>
                <a:spcPts val="0"/>
              </a:spcAft>
              <a:buClr>
                <a:schemeClr val="dk1"/>
              </a:buClr>
              <a:buSzPts val="2800"/>
              <a:buFont typeface="Arial"/>
              <a:buChar char="•"/>
            </a:pPr>
            <a:r>
              <a:rPr lang="en-US"/>
              <a:t>No single use case should be too large</a:t>
            </a:r>
            <a:endParaRPr/>
          </a:p>
          <a:p>
            <a:pPr indent="-457200" lvl="0" marL="457200" marR="0" rtl="0" algn="l">
              <a:lnSpc>
                <a:spcPct val="90000"/>
              </a:lnSpc>
              <a:spcBef>
                <a:spcPts val="1000"/>
              </a:spcBef>
              <a:spcAft>
                <a:spcPts val="0"/>
              </a:spcAft>
              <a:buClr>
                <a:schemeClr val="dk1"/>
              </a:buClr>
              <a:buSzPts val="2800"/>
              <a:buFont typeface="Arial"/>
              <a:buChar char="•"/>
            </a:pPr>
            <a:r>
              <a:rPr lang="en-US"/>
              <a:t>Important to define initial and ending states</a:t>
            </a:r>
            <a:endParaRPr/>
          </a:p>
        </p:txBody>
      </p:sp>
      <p:sp>
        <p:nvSpPr>
          <p:cNvPr id="297" name="Google Shape;297;p11"/>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298" name="Google Shape;298;p11"/>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pic>
        <p:nvPicPr>
          <p:cNvPr descr="Block chain presentation depicting the preconditions and postconditions of a use case that define the required system state for a subsequent use case." id="299" name="Google Shape;299;p11"/>
          <p:cNvPicPr preferRelativeResize="0"/>
          <p:nvPr>
            <p:ph idx="2" type="body"/>
          </p:nvPr>
        </p:nvPicPr>
        <p:blipFill rotWithShape="1">
          <a:blip r:embed="rId3">
            <a:alphaModFix/>
          </a:blip>
          <a:srcRect b="0" l="0" r="0" t="0"/>
          <a:stretch/>
        </p:blipFill>
        <p:spPr>
          <a:xfrm>
            <a:off x="6356350" y="3381771"/>
            <a:ext cx="5384800" cy="116125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2"/>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Additional Use Case Issues</a:t>
            </a:r>
            <a:endParaRPr/>
          </a:p>
        </p:txBody>
      </p:sp>
      <p:sp>
        <p:nvSpPr>
          <p:cNvPr id="305" name="Google Shape;305;p12"/>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Alternative paths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Summary of inputs and outputs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Frequency of use</a:t>
            </a:r>
            <a:endParaRPr/>
          </a:p>
          <a:p>
            <a:pPr indent="-292608" lvl="0" marL="292608" marR="0" rtl="0" algn="l">
              <a:lnSpc>
                <a:spcPct val="90000"/>
              </a:lnSpc>
              <a:spcBef>
                <a:spcPts val="1000"/>
              </a:spcBef>
              <a:spcAft>
                <a:spcPts val="0"/>
              </a:spcAft>
              <a:buClr>
                <a:schemeClr val="accent2"/>
              </a:buClr>
              <a:buSzPts val="2800"/>
              <a:buFont typeface="Arial"/>
              <a:buChar char="•"/>
            </a:pPr>
            <a:r>
              <a:rPr lang="en-US"/>
              <a:t>Business rules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Special requirements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Assumptions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Notes and issues</a:t>
            </a:r>
            <a:endParaRPr/>
          </a:p>
        </p:txBody>
      </p:sp>
      <p:sp>
        <p:nvSpPr>
          <p:cNvPr id="306" name="Google Shape;306;p12"/>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307" name="Google Shape;307;p12"/>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13"/>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accent1"/>
              </a:buClr>
              <a:buSzPct val="100000"/>
              <a:buFont typeface="Calibri"/>
              <a:buNone/>
            </a:pPr>
            <a:r>
              <a:rPr lang="en-US"/>
              <a:t>More Elaborate Use Cases are Especially Valuable When…</a:t>
            </a:r>
            <a:endParaRPr/>
          </a:p>
        </p:txBody>
      </p:sp>
      <p:sp>
        <p:nvSpPr>
          <p:cNvPr id="313" name="Google Shape;313;p13"/>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User representatives are not actively engaged with the development team throughout the project</a:t>
            </a:r>
            <a:endParaRPr/>
          </a:p>
          <a:p>
            <a:pPr indent="-292608" lvl="0" marL="292608" marR="0" rtl="0" algn="l">
              <a:lnSpc>
                <a:spcPct val="90000"/>
              </a:lnSpc>
              <a:spcBef>
                <a:spcPts val="1000"/>
              </a:spcBef>
              <a:spcAft>
                <a:spcPts val="0"/>
              </a:spcAft>
              <a:buClr>
                <a:schemeClr val="accent2"/>
              </a:buClr>
              <a:buSzPts val="2800"/>
              <a:buFont typeface="Arial"/>
              <a:buChar char="•"/>
            </a:pPr>
            <a:r>
              <a:rPr lang="en-US"/>
              <a:t>The application is complex and has a high risk associated with system failures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Comprehensive test cases will be based on the user requirements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Collaborating remote teams need a detailed, shared understanding of the user requirements</a:t>
            </a:r>
            <a:endParaRPr/>
          </a:p>
        </p:txBody>
      </p:sp>
      <p:sp>
        <p:nvSpPr>
          <p:cNvPr id="314" name="Google Shape;314;p13"/>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315" name="Google Shape;315;p13"/>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14"/>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Use Case Practical Tips</a:t>
            </a:r>
            <a:endParaRPr/>
          </a:p>
        </p:txBody>
      </p:sp>
      <p:sp>
        <p:nvSpPr>
          <p:cNvPr id="321" name="Google Shape;321;p14"/>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Use gradual refinement</a:t>
            </a:r>
            <a:endParaRPr/>
          </a:p>
          <a:p>
            <a:pPr indent="-292608" lvl="0" marL="292608" marR="0" rtl="0" algn="l">
              <a:lnSpc>
                <a:spcPct val="90000"/>
              </a:lnSpc>
              <a:spcBef>
                <a:spcPts val="1000"/>
              </a:spcBef>
              <a:spcAft>
                <a:spcPts val="0"/>
              </a:spcAft>
              <a:buClr>
                <a:schemeClr val="accent2"/>
              </a:buClr>
              <a:buSzPts val="2800"/>
              <a:buFont typeface="Arial"/>
              <a:buChar char="•"/>
            </a:pPr>
            <a:r>
              <a:rPr lang="en-US"/>
              <a:t>Concentrate on describing the user’s objectives with the system completely and accurately</a:t>
            </a:r>
            <a:endParaRPr/>
          </a:p>
          <a:p>
            <a:pPr indent="-292608" lvl="0" marL="292608" marR="0" rtl="0" algn="l">
              <a:lnSpc>
                <a:spcPct val="90000"/>
              </a:lnSpc>
              <a:spcBef>
                <a:spcPts val="1000"/>
              </a:spcBef>
              <a:spcAft>
                <a:spcPts val="0"/>
              </a:spcAft>
              <a:buClr>
                <a:schemeClr val="accent2"/>
              </a:buClr>
              <a:buSzPts val="2800"/>
              <a:buFont typeface="Arial"/>
              <a:buChar char="•"/>
            </a:pPr>
            <a:r>
              <a:rPr lang="en-US"/>
              <a:t>Keep both audiences in mind – users and developers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Create use cases only when needed to clarify what the system must do from the user’s perspective</a:t>
            </a:r>
            <a:endParaRPr/>
          </a:p>
          <a:p>
            <a:pPr indent="-320040" lvl="1" marL="621792" rtl="0" algn="l">
              <a:lnSpc>
                <a:spcPct val="90000"/>
              </a:lnSpc>
              <a:spcBef>
                <a:spcPts val="500"/>
              </a:spcBef>
              <a:spcAft>
                <a:spcPts val="0"/>
              </a:spcAft>
              <a:buSzPts val="1920"/>
              <a:buChar char="o"/>
            </a:pPr>
            <a:r>
              <a:rPr lang="en-US"/>
              <a:t>Not needed for simple events</a:t>
            </a:r>
            <a:endParaRPr/>
          </a:p>
        </p:txBody>
      </p:sp>
      <p:sp>
        <p:nvSpPr>
          <p:cNvPr id="322" name="Google Shape;322;p14"/>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323" name="Google Shape;323;p14"/>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15"/>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Use Cases and the Functional Requirements</a:t>
            </a:r>
            <a:endParaRPr/>
          </a:p>
        </p:txBody>
      </p:sp>
      <p:sp>
        <p:nvSpPr>
          <p:cNvPr id="329" name="Google Shape;329;p15"/>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Use cases are useful tools to clarify user requirements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Use cases convey only the user’s point of view</a:t>
            </a:r>
            <a:endParaRPr/>
          </a:p>
          <a:p>
            <a:pPr indent="-292608" lvl="0" marL="292608" marR="0" rtl="0" algn="l">
              <a:lnSpc>
                <a:spcPct val="90000"/>
              </a:lnSpc>
              <a:spcBef>
                <a:spcPts val="1000"/>
              </a:spcBef>
              <a:spcAft>
                <a:spcPts val="0"/>
              </a:spcAft>
              <a:buClr>
                <a:schemeClr val="accent2"/>
              </a:buClr>
              <a:buSzPts val="2800"/>
              <a:buFont typeface="Arial"/>
              <a:buChar char="•"/>
            </a:pPr>
            <a:r>
              <a:rPr lang="en-US"/>
              <a:t>Transforming the user’s view into the developer’s view through functional requirements is one of the system analyst’s key contributions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The derived functional requirements tell the developers more about what the system must do</a:t>
            </a:r>
            <a:endParaRPr/>
          </a:p>
        </p:txBody>
      </p:sp>
      <p:sp>
        <p:nvSpPr>
          <p:cNvPr id="330" name="Google Shape;330;p15"/>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331" name="Google Shape;331;p15"/>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16"/>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Steps for Writing for Use Cases</a:t>
            </a:r>
            <a:endParaRPr/>
          </a:p>
        </p:txBody>
      </p:sp>
      <p:sp>
        <p:nvSpPr>
          <p:cNvPr id="337" name="Google Shape;337;p16"/>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SzPts val="2800"/>
              <a:buFont typeface="Calibri"/>
              <a:buAutoNum type="arabicPeriod"/>
            </a:pPr>
            <a:r>
              <a:rPr lang="en-US"/>
              <a:t>Identify the use cases</a:t>
            </a:r>
            <a:endParaRPr/>
          </a:p>
          <a:p>
            <a:pPr indent="-514350" lvl="0" marL="514350" rtl="0" algn="l">
              <a:lnSpc>
                <a:spcPct val="90000"/>
              </a:lnSpc>
              <a:spcBef>
                <a:spcPts val="1000"/>
              </a:spcBef>
              <a:spcAft>
                <a:spcPts val="0"/>
              </a:spcAft>
              <a:buSzPts val="2800"/>
              <a:buFont typeface="Calibri"/>
              <a:buAutoNum type="arabicPeriod"/>
            </a:pPr>
            <a:r>
              <a:rPr lang="en-US"/>
              <a:t>Identify the major steps within each use case</a:t>
            </a:r>
            <a:endParaRPr/>
          </a:p>
          <a:p>
            <a:pPr indent="-514350" lvl="0" marL="514350" rtl="0" algn="l">
              <a:lnSpc>
                <a:spcPct val="90000"/>
              </a:lnSpc>
              <a:spcBef>
                <a:spcPts val="1000"/>
              </a:spcBef>
              <a:spcAft>
                <a:spcPts val="0"/>
              </a:spcAft>
              <a:buSzPts val="2800"/>
              <a:buFont typeface="Calibri"/>
              <a:buAutoNum type="arabicPeriod"/>
            </a:pPr>
            <a:r>
              <a:rPr lang="en-US"/>
              <a:t>Identify elements within steps</a:t>
            </a:r>
            <a:endParaRPr/>
          </a:p>
          <a:p>
            <a:pPr indent="-514350" lvl="0" marL="514350" rtl="0" algn="l">
              <a:lnSpc>
                <a:spcPct val="90000"/>
              </a:lnSpc>
              <a:spcBef>
                <a:spcPts val="1000"/>
              </a:spcBef>
              <a:spcAft>
                <a:spcPts val="0"/>
              </a:spcAft>
              <a:buSzPts val="2800"/>
              <a:buFont typeface="Calibri"/>
              <a:buAutoNum type="arabicPeriod"/>
            </a:pPr>
            <a:r>
              <a:rPr lang="en-US"/>
              <a:t>Confirm the use case</a:t>
            </a:r>
            <a:endParaRPr/>
          </a:p>
        </p:txBody>
      </p:sp>
      <p:sp>
        <p:nvSpPr>
          <p:cNvPr id="338" name="Google Shape;338;p16"/>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339" name="Google Shape;339;p16"/>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17"/>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Creating Use Cases</a:t>
            </a:r>
            <a:endParaRPr/>
          </a:p>
        </p:txBody>
      </p:sp>
      <p:sp>
        <p:nvSpPr>
          <p:cNvPr id="345" name="Google Shape;345;p17"/>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Identify events the system must respond to – develop event-response list</a:t>
            </a:r>
            <a:endParaRPr/>
          </a:p>
          <a:p>
            <a:pPr indent="-292608" lvl="0" marL="292608" marR="0" rtl="0" algn="l">
              <a:lnSpc>
                <a:spcPct val="90000"/>
              </a:lnSpc>
              <a:spcBef>
                <a:spcPts val="1000"/>
              </a:spcBef>
              <a:spcAft>
                <a:spcPts val="0"/>
              </a:spcAft>
              <a:buClr>
                <a:schemeClr val="accent2"/>
              </a:buClr>
              <a:buSzPts val="2800"/>
              <a:buFont typeface="Arial"/>
              <a:buChar char="•"/>
            </a:pPr>
            <a:r>
              <a:rPr lang="en-US"/>
              <a:t>Create use case form for the complex events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For each use case:</a:t>
            </a:r>
            <a:endParaRPr/>
          </a:p>
          <a:p>
            <a:pPr indent="-320040" lvl="1" marL="621792" rtl="0" algn="l">
              <a:lnSpc>
                <a:spcPct val="90000"/>
              </a:lnSpc>
              <a:spcBef>
                <a:spcPts val="500"/>
              </a:spcBef>
              <a:spcAft>
                <a:spcPts val="0"/>
              </a:spcAft>
              <a:buSzPts val="1920"/>
              <a:buChar char="o"/>
            </a:pPr>
            <a:r>
              <a:rPr lang="en-US"/>
              <a:t>Identify the major steps</a:t>
            </a:r>
            <a:endParaRPr/>
          </a:p>
          <a:p>
            <a:pPr indent="-320040" lvl="1" marL="621792" rtl="0" algn="l">
              <a:lnSpc>
                <a:spcPct val="90000"/>
              </a:lnSpc>
              <a:spcBef>
                <a:spcPts val="500"/>
              </a:spcBef>
              <a:spcAft>
                <a:spcPts val="0"/>
              </a:spcAft>
              <a:buSzPts val="1920"/>
              <a:buChar char="o"/>
            </a:pPr>
            <a:r>
              <a:rPr lang="en-US"/>
              <a:t>Identify elements with each major step (inputs and outputs)</a:t>
            </a:r>
            <a:endParaRPr/>
          </a:p>
          <a:p>
            <a:pPr indent="-320040" lvl="1" marL="621792" rtl="0" algn="l">
              <a:lnSpc>
                <a:spcPct val="90000"/>
              </a:lnSpc>
              <a:spcBef>
                <a:spcPts val="500"/>
              </a:spcBef>
              <a:spcAft>
                <a:spcPts val="0"/>
              </a:spcAft>
              <a:buSzPts val="1920"/>
              <a:buChar char="o"/>
            </a:pPr>
            <a:r>
              <a:rPr lang="en-US"/>
              <a:t>Confirm use case with users through role-playing</a:t>
            </a:r>
            <a:endParaRPr/>
          </a:p>
          <a:p>
            <a:pPr indent="-292608" lvl="0" marL="292608" marR="0" rtl="0" algn="l">
              <a:lnSpc>
                <a:spcPct val="90000"/>
              </a:lnSpc>
              <a:spcBef>
                <a:spcPts val="1000"/>
              </a:spcBef>
              <a:spcAft>
                <a:spcPts val="0"/>
              </a:spcAft>
              <a:buClr>
                <a:schemeClr val="accent2"/>
              </a:buClr>
              <a:buSzPts val="2800"/>
              <a:buFont typeface="Arial"/>
              <a:buChar char="•"/>
            </a:pPr>
            <a:r>
              <a:rPr lang="en-US"/>
              <a:t>Revise functional requirements as needed</a:t>
            </a:r>
            <a:endParaRPr/>
          </a:p>
        </p:txBody>
      </p:sp>
      <p:sp>
        <p:nvSpPr>
          <p:cNvPr id="346" name="Google Shape;346;p17"/>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347" name="Google Shape;347;p17"/>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18"/>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Identify the Major Steps for Each Use Case</a:t>
            </a:r>
            <a:endParaRPr/>
          </a:p>
        </p:txBody>
      </p:sp>
      <p:sp>
        <p:nvSpPr>
          <p:cNvPr id="353" name="Google Shape;353;p18"/>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The analyst should ask the users what tasks need to be completed before the use case steps can begin</a:t>
            </a:r>
            <a:endParaRPr/>
          </a:p>
          <a:p>
            <a:pPr indent="-292608" lvl="0" marL="292608" marR="0" rtl="0" algn="l">
              <a:lnSpc>
                <a:spcPct val="90000"/>
              </a:lnSpc>
              <a:spcBef>
                <a:spcPts val="1000"/>
              </a:spcBef>
              <a:spcAft>
                <a:spcPts val="0"/>
              </a:spcAft>
              <a:buClr>
                <a:schemeClr val="accent2"/>
              </a:buClr>
              <a:buSzPts val="2800"/>
              <a:buFont typeface="Arial"/>
              <a:buChar char="•"/>
            </a:pPr>
            <a:r>
              <a:rPr lang="en-US"/>
              <a:t>Next, the user–system interactions should be outlined as a series of steps in the Normal Course section of the form</a:t>
            </a:r>
            <a:endParaRPr/>
          </a:p>
          <a:p>
            <a:pPr indent="-292608" lvl="0" marL="292608" marR="0" rtl="0" algn="l">
              <a:lnSpc>
                <a:spcPct val="90000"/>
              </a:lnSpc>
              <a:spcBef>
                <a:spcPts val="1000"/>
              </a:spcBef>
              <a:spcAft>
                <a:spcPts val="0"/>
              </a:spcAft>
              <a:buClr>
                <a:schemeClr val="accent2"/>
              </a:buClr>
              <a:buSzPts val="2800"/>
              <a:buFont typeface="Arial"/>
              <a:buChar char="•"/>
            </a:pPr>
            <a:r>
              <a:rPr lang="en-US"/>
              <a:t>Each step should be about the same size as the others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Occasionally, a use case is so simple that further refinement is not needed</a:t>
            </a:r>
            <a:endParaRPr/>
          </a:p>
          <a:p>
            <a:pPr indent="-292608" lvl="0" marL="292608" marR="0" rtl="0" algn="l">
              <a:lnSpc>
                <a:spcPct val="90000"/>
              </a:lnSpc>
              <a:spcBef>
                <a:spcPts val="1000"/>
              </a:spcBef>
              <a:spcAft>
                <a:spcPts val="0"/>
              </a:spcAft>
              <a:buClr>
                <a:schemeClr val="accent2"/>
              </a:buClr>
              <a:buSzPts val="2800"/>
              <a:buFont typeface="Arial"/>
              <a:buChar char="•"/>
            </a:pPr>
            <a:r>
              <a:rPr lang="en-US"/>
              <a:t>Once the steps have been outlined at the proper level of detail, the postconditions can be completed</a:t>
            </a:r>
            <a:endParaRPr/>
          </a:p>
        </p:txBody>
      </p:sp>
      <p:sp>
        <p:nvSpPr>
          <p:cNvPr id="354" name="Google Shape;354;p18"/>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355" name="Google Shape;355;p18"/>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19"/>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Identify Elements within Steps</a:t>
            </a:r>
            <a:endParaRPr/>
          </a:p>
        </p:txBody>
      </p:sp>
      <p:sp>
        <p:nvSpPr>
          <p:cNvPr id="361" name="Google Shape;361;p19"/>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lnSpcReduction="10000"/>
          </a:bodyPr>
          <a:lstStyle/>
          <a:p>
            <a:pPr indent="-292608" lvl="0" marL="292608" marR="0" rtl="0" algn="l">
              <a:lnSpc>
                <a:spcPct val="90000"/>
              </a:lnSpc>
              <a:spcBef>
                <a:spcPts val="0"/>
              </a:spcBef>
              <a:spcAft>
                <a:spcPts val="0"/>
              </a:spcAft>
              <a:buClr>
                <a:schemeClr val="accent2"/>
              </a:buClr>
              <a:buSzPts val="2800"/>
              <a:buFont typeface="Arial"/>
              <a:buChar char="•"/>
            </a:pPr>
            <a:r>
              <a:rPr lang="en-US"/>
              <a:t>The last column (“Information for Steps”) must be completed, and arrows may be drawn to describe inputs and outputs from the steps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The goal at this point is to identify the major inputs and outputs for each step</a:t>
            </a:r>
            <a:endParaRPr/>
          </a:p>
          <a:p>
            <a:pPr indent="-292608" lvl="0" marL="292608" marR="0" rtl="0" algn="l">
              <a:lnSpc>
                <a:spcPct val="90000"/>
              </a:lnSpc>
              <a:spcBef>
                <a:spcPts val="1000"/>
              </a:spcBef>
              <a:spcAft>
                <a:spcPts val="0"/>
              </a:spcAft>
              <a:buClr>
                <a:schemeClr val="accent2"/>
              </a:buClr>
              <a:buSzPts val="2800"/>
              <a:buFont typeface="Arial"/>
              <a:buChar char="•"/>
            </a:pPr>
            <a:r>
              <a:rPr lang="en-US"/>
              <a:t>The users and analysts then return to the steps in the use case and begin tracing the flow of the steps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It is not unusual at this point for users to discover that they forgot to list the entire steps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The Summary area for inputs and outputs found at the end of the use case form is completed once the team is satisfied with the steps, inflows, and outflows</a:t>
            </a:r>
            <a:endParaRPr/>
          </a:p>
        </p:txBody>
      </p:sp>
      <p:sp>
        <p:nvSpPr>
          <p:cNvPr id="362" name="Google Shape;362;p19"/>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363" name="Google Shape;363;p19"/>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20"/>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Confirm the Use Case</a:t>
            </a:r>
            <a:endParaRPr/>
          </a:p>
        </p:txBody>
      </p:sp>
      <p:sp>
        <p:nvSpPr>
          <p:cNvPr id="369" name="Google Shape;369;p20"/>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The final step is for the users to confirm that the use case is correct as written</a:t>
            </a:r>
            <a:endParaRPr/>
          </a:p>
          <a:p>
            <a:pPr indent="-292608" lvl="0" marL="292608" marR="0" rtl="0" algn="l">
              <a:lnSpc>
                <a:spcPct val="90000"/>
              </a:lnSpc>
              <a:spcBef>
                <a:spcPts val="1000"/>
              </a:spcBef>
              <a:spcAft>
                <a:spcPts val="0"/>
              </a:spcAft>
              <a:buClr>
                <a:schemeClr val="accent2"/>
              </a:buClr>
              <a:buSzPts val="2800"/>
              <a:buFont typeface="Arial"/>
              <a:buChar char="•"/>
            </a:pPr>
            <a:r>
              <a:rPr lang="en-US"/>
              <a:t>Review the use case with the users to make sure that each step and each input and output are correct</a:t>
            </a:r>
            <a:endParaRPr/>
          </a:p>
        </p:txBody>
      </p:sp>
      <p:sp>
        <p:nvSpPr>
          <p:cNvPr id="370" name="Google Shape;370;p20"/>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371" name="Google Shape;371;p20"/>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1"/>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Data Flow Diagrams</a:t>
            </a:r>
            <a:endParaRPr/>
          </a:p>
        </p:txBody>
      </p:sp>
      <p:sp>
        <p:nvSpPr>
          <p:cNvPr id="377" name="Google Shape;377;p21"/>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Data flow diagramming is a technique that diagrams the business processes and the data that pass among them</a:t>
            </a:r>
            <a:endParaRPr/>
          </a:p>
          <a:p>
            <a:pPr indent="-292608" lvl="0" marL="292608" marR="0" rtl="0" algn="l">
              <a:lnSpc>
                <a:spcPct val="90000"/>
              </a:lnSpc>
              <a:spcBef>
                <a:spcPts val="1000"/>
              </a:spcBef>
              <a:spcAft>
                <a:spcPts val="0"/>
              </a:spcAft>
              <a:buClr>
                <a:schemeClr val="accent2"/>
              </a:buClr>
              <a:buSzPts val="2800"/>
              <a:buFont typeface="Arial"/>
              <a:buChar char="•"/>
            </a:pPr>
            <a:r>
              <a:rPr lang="en-US"/>
              <a:t>We use data flow diagrams (DFDs) to describe the to-be system’s interactions with its environment, processes, flows of data, and data stores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Logical process models are models that describe processes, without suggesting how they are conducted</a:t>
            </a:r>
            <a:endParaRPr/>
          </a:p>
          <a:p>
            <a:pPr indent="-292608" lvl="0" marL="292608" marR="0" rtl="0" algn="l">
              <a:lnSpc>
                <a:spcPct val="90000"/>
              </a:lnSpc>
              <a:spcBef>
                <a:spcPts val="1000"/>
              </a:spcBef>
              <a:spcAft>
                <a:spcPts val="0"/>
              </a:spcAft>
              <a:buClr>
                <a:schemeClr val="accent2"/>
              </a:buClr>
              <a:buSzPts val="2800"/>
              <a:buFont typeface="Arial"/>
              <a:buChar char="•"/>
            </a:pPr>
            <a:r>
              <a:rPr lang="en-US"/>
              <a:t>Physical models provide information that is needed to ultimately build the system</a:t>
            </a:r>
            <a:endParaRPr/>
          </a:p>
          <a:p>
            <a:pPr indent="-320040" lvl="1" marL="621792" rtl="0" algn="l">
              <a:lnSpc>
                <a:spcPct val="90000"/>
              </a:lnSpc>
              <a:spcBef>
                <a:spcPts val="500"/>
              </a:spcBef>
              <a:spcAft>
                <a:spcPts val="0"/>
              </a:spcAft>
              <a:buSzPts val="1920"/>
              <a:buChar char="o"/>
            </a:pPr>
            <a:r>
              <a:rPr lang="en-US"/>
              <a:t>Covered in a later chapter</a:t>
            </a:r>
            <a:endParaRPr/>
          </a:p>
        </p:txBody>
      </p:sp>
      <p:sp>
        <p:nvSpPr>
          <p:cNvPr id="378" name="Google Shape;378;p21"/>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379" name="Google Shape;379;p21"/>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2"/>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Reading Data Flow Diagrams</a:t>
            </a:r>
            <a:endParaRPr/>
          </a:p>
        </p:txBody>
      </p:sp>
      <p:sp>
        <p:nvSpPr>
          <p:cNvPr id="385" name="Google Shape;385;p22"/>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386" name="Google Shape;386;p22"/>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pic>
        <p:nvPicPr>
          <p:cNvPr descr="Illustration of a Data Flow Diagram for an event, that of the shop manager approving a custom drone order." id="387" name="Google Shape;387;p22"/>
          <p:cNvPicPr preferRelativeResize="0"/>
          <p:nvPr>
            <p:ph idx="1" type="body"/>
          </p:nvPr>
        </p:nvPicPr>
        <p:blipFill rotWithShape="1">
          <a:blip r:embed="rId3">
            <a:alphaModFix/>
          </a:blip>
          <a:srcRect b="0" l="0" r="0" t="0"/>
          <a:stretch/>
        </p:blipFill>
        <p:spPr>
          <a:xfrm>
            <a:off x="2420022" y="1752600"/>
            <a:ext cx="7351955" cy="4495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23"/>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Data Flow Diagram Elements</a:t>
            </a:r>
            <a:endParaRPr/>
          </a:p>
        </p:txBody>
      </p:sp>
      <p:pic>
        <p:nvPicPr>
          <p:cNvPr id="393" name="Google Shape;393;p23"/>
          <p:cNvPicPr preferRelativeResize="0"/>
          <p:nvPr>
            <p:ph idx="1" type="body"/>
          </p:nvPr>
        </p:nvPicPr>
        <p:blipFill rotWithShape="1">
          <a:blip r:embed="rId3">
            <a:alphaModFix/>
          </a:blip>
          <a:srcRect b="0" l="0" r="0" t="0"/>
          <a:stretch/>
        </p:blipFill>
        <p:spPr>
          <a:xfrm>
            <a:off x="3930853" y="1752600"/>
            <a:ext cx="4330294" cy="4495800"/>
          </a:xfrm>
          <a:prstGeom prst="rect">
            <a:avLst/>
          </a:prstGeom>
          <a:noFill/>
          <a:ln>
            <a:noFill/>
          </a:ln>
        </p:spPr>
      </p:pic>
      <p:sp>
        <p:nvSpPr>
          <p:cNvPr id="394" name="Google Shape;394;p23"/>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395" name="Google Shape;395;p23"/>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24"/>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Elements of Data Flow Diagrams (Process)</a:t>
            </a:r>
            <a:endParaRPr/>
          </a:p>
        </p:txBody>
      </p:sp>
      <p:sp>
        <p:nvSpPr>
          <p:cNvPr id="401" name="Google Shape;401;p24"/>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An activity or function performed for a specific business reason</a:t>
            </a:r>
            <a:endParaRPr/>
          </a:p>
          <a:p>
            <a:pPr indent="-292608" lvl="0" marL="292608" marR="0" rtl="0" algn="l">
              <a:lnSpc>
                <a:spcPct val="90000"/>
              </a:lnSpc>
              <a:spcBef>
                <a:spcPts val="1000"/>
              </a:spcBef>
              <a:spcAft>
                <a:spcPts val="0"/>
              </a:spcAft>
              <a:buClr>
                <a:schemeClr val="accent2"/>
              </a:buClr>
              <a:buSzPts val="2800"/>
              <a:buFont typeface="Arial"/>
              <a:buChar char="•"/>
            </a:pPr>
            <a:r>
              <a:rPr lang="en-US"/>
              <a:t>Can be manual or computerized</a:t>
            </a:r>
            <a:endParaRPr/>
          </a:p>
          <a:p>
            <a:pPr indent="-292608" lvl="0" marL="292608" marR="0" rtl="0" algn="l">
              <a:lnSpc>
                <a:spcPct val="90000"/>
              </a:lnSpc>
              <a:spcBef>
                <a:spcPts val="1000"/>
              </a:spcBef>
              <a:spcAft>
                <a:spcPts val="0"/>
              </a:spcAft>
              <a:buClr>
                <a:schemeClr val="accent2"/>
              </a:buClr>
              <a:buSzPts val="2800"/>
              <a:buFont typeface="Arial"/>
              <a:buChar char="•"/>
            </a:pPr>
            <a:r>
              <a:rPr lang="en-US"/>
              <a:t>Includes the following:</a:t>
            </a:r>
            <a:endParaRPr/>
          </a:p>
          <a:p>
            <a:pPr indent="-320040" lvl="1" marL="621792" rtl="0" algn="l">
              <a:lnSpc>
                <a:spcPct val="90000"/>
              </a:lnSpc>
              <a:spcBef>
                <a:spcPts val="500"/>
              </a:spcBef>
              <a:spcAft>
                <a:spcPts val="0"/>
              </a:spcAft>
              <a:buSzPts val="1920"/>
              <a:buChar char="o"/>
            </a:pPr>
            <a:r>
              <a:rPr lang="en-US"/>
              <a:t>A number</a:t>
            </a:r>
            <a:endParaRPr/>
          </a:p>
          <a:p>
            <a:pPr indent="-320040" lvl="1" marL="621792" rtl="0" algn="l">
              <a:lnSpc>
                <a:spcPct val="90000"/>
              </a:lnSpc>
              <a:spcBef>
                <a:spcPts val="500"/>
              </a:spcBef>
              <a:spcAft>
                <a:spcPts val="0"/>
              </a:spcAft>
              <a:buSzPts val="1920"/>
              <a:buChar char="o"/>
            </a:pPr>
            <a:r>
              <a:rPr lang="en-US"/>
              <a:t>A name (verb phrase)</a:t>
            </a:r>
            <a:endParaRPr/>
          </a:p>
          <a:p>
            <a:pPr indent="-320040" lvl="1" marL="621792" rtl="0" algn="l">
              <a:lnSpc>
                <a:spcPct val="90000"/>
              </a:lnSpc>
              <a:spcBef>
                <a:spcPts val="500"/>
              </a:spcBef>
              <a:spcAft>
                <a:spcPts val="0"/>
              </a:spcAft>
              <a:buSzPts val="1920"/>
              <a:buChar char="o"/>
            </a:pPr>
            <a:r>
              <a:rPr lang="en-US"/>
              <a:t>A description</a:t>
            </a:r>
            <a:endParaRPr/>
          </a:p>
          <a:p>
            <a:pPr indent="-320040" lvl="1" marL="621792" rtl="0" algn="l">
              <a:lnSpc>
                <a:spcPct val="90000"/>
              </a:lnSpc>
              <a:spcBef>
                <a:spcPts val="500"/>
              </a:spcBef>
              <a:spcAft>
                <a:spcPts val="0"/>
              </a:spcAft>
              <a:buSzPts val="1920"/>
              <a:buChar char="o"/>
            </a:pPr>
            <a:r>
              <a:rPr lang="en-US"/>
              <a:t>At least one output data flow</a:t>
            </a:r>
            <a:endParaRPr/>
          </a:p>
          <a:p>
            <a:pPr indent="-320040" lvl="1" marL="621792" rtl="0" algn="l">
              <a:lnSpc>
                <a:spcPct val="90000"/>
              </a:lnSpc>
              <a:spcBef>
                <a:spcPts val="500"/>
              </a:spcBef>
              <a:spcAft>
                <a:spcPts val="0"/>
              </a:spcAft>
              <a:buSzPts val="1920"/>
              <a:buChar char="o"/>
            </a:pPr>
            <a:r>
              <a:rPr lang="en-US"/>
              <a:t>At least one input data flow</a:t>
            </a:r>
            <a:endParaRPr/>
          </a:p>
          <a:p>
            <a:pPr indent="-114808" lvl="0" marL="292608" marR="0" rtl="0" algn="l">
              <a:lnSpc>
                <a:spcPct val="90000"/>
              </a:lnSpc>
              <a:spcBef>
                <a:spcPts val="1000"/>
              </a:spcBef>
              <a:spcAft>
                <a:spcPts val="0"/>
              </a:spcAft>
              <a:buClr>
                <a:schemeClr val="accent2"/>
              </a:buClr>
              <a:buSzPts val="2800"/>
              <a:buFont typeface="Arial"/>
              <a:buNone/>
            </a:pPr>
            <a:r>
              <a:t/>
            </a:r>
            <a:endParaRPr/>
          </a:p>
        </p:txBody>
      </p:sp>
      <p:sp>
        <p:nvSpPr>
          <p:cNvPr id="402" name="Google Shape;402;p24"/>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403" name="Google Shape;403;p24"/>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25"/>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Elements of Data Flow Diagrams (Logical Process)</a:t>
            </a:r>
            <a:endParaRPr/>
          </a:p>
        </p:txBody>
      </p:sp>
      <p:sp>
        <p:nvSpPr>
          <p:cNvPr id="409" name="Google Shape;409;p25"/>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Logical process models omit any processes that simply move or route data and leave the data unchanged.</a:t>
            </a:r>
            <a:endParaRPr/>
          </a:p>
          <a:p>
            <a:pPr indent="-292608" lvl="0" marL="292608" marR="0" rtl="0" algn="l">
              <a:lnSpc>
                <a:spcPct val="90000"/>
              </a:lnSpc>
              <a:spcBef>
                <a:spcPts val="1000"/>
              </a:spcBef>
              <a:spcAft>
                <a:spcPts val="0"/>
              </a:spcAft>
              <a:buClr>
                <a:schemeClr val="accent2"/>
              </a:buClr>
              <a:buSzPts val="2800"/>
              <a:buFont typeface="Arial"/>
              <a:buChar char="•"/>
            </a:pPr>
            <a:r>
              <a:rPr lang="en-US"/>
              <a:t>You do include logical processes that:</a:t>
            </a:r>
            <a:endParaRPr/>
          </a:p>
          <a:p>
            <a:pPr indent="-320040" lvl="1" marL="621792" rtl="0" algn="l">
              <a:lnSpc>
                <a:spcPct val="90000"/>
              </a:lnSpc>
              <a:spcBef>
                <a:spcPts val="500"/>
              </a:spcBef>
              <a:spcAft>
                <a:spcPts val="0"/>
              </a:spcAft>
              <a:buSzPts val="1920"/>
              <a:buChar char="o"/>
            </a:pPr>
            <a:r>
              <a:rPr lang="en-US"/>
              <a:t>Perform computations (e.g., calculate grade point average)</a:t>
            </a:r>
            <a:endParaRPr/>
          </a:p>
          <a:p>
            <a:pPr indent="-320040" lvl="1" marL="621792" rtl="0" algn="l">
              <a:lnSpc>
                <a:spcPct val="90000"/>
              </a:lnSpc>
              <a:spcBef>
                <a:spcPts val="500"/>
              </a:spcBef>
              <a:spcAft>
                <a:spcPts val="0"/>
              </a:spcAft>
              <a:buSzPts val="1920"/>
              <a:buChar char="o"/>
            </a:pPr>
            <a:r>
              <a:rPr lang="en-US"/>
              <a:t>Make decisions (e.g., determine availability of ordered products)</a:t>
            </a:r>
            <a:endParaRPr/>
          </a:p>
          <a:p>
            <a:pPr indent="-320040" lvl="1" marL="621792" rtl="0" algn="l">
              <a:lnSpc>
                <a:spcPct val="90000"/>
              </a:lnSpc>
              <a:spcBef>
                <a:spcPts val="500"/>
              </a:spcBef>
              <a:spcAft>
                <a:spcPts val="0"/>
              </a:spcAft>
              <a:buSzPts val="1920"/>
              <a:buChar char="o"/>
            </a:pPr>
            <a:r>
              <a:rPr lang="en-US"/>
              <a:t>Sort, filter or otherwise summarize data (e.g., identify overdue invoices)</a:t>
            </a:r>
            <a:endParaRPr/>
          </a:p>
          <a:p>
            <a:pPr indent="-320040" lvl="1" marL="621792" rtl="0" algn="l">
              <a:lnSpc>
                <a:spcPct val="90000"/>
              </a:lnSpc>
              <a:spcBef>
                <a:spcPts val="500"/>
              </a:spcBef>
              <a:spcAft>
                <a:spcPts val="0"/>
              </a:spcAft>
              <a:buSzPts val="1920"/>
              <a:buChar char="o"/>
            </a:pPr>
            <a:r>
              <a:rPr lang="en-US"/>
              <a:t>Organize data into useful information (e.g., generate a report or answer a question)</a:t>
            </a:r>
            <a:endParaRPr/>
          </a:p>
          <a:p>
            <a:pPr indent="-320040" lvl="1" marL="621792" rtl="0" algn="l">
              <a:lnSpc>
                <a:spcPct val="90000"/>
              </a:lnSpc>
              <a:spcBef>
                <a:spcPts val="500"/>
              </a:spcBef>
              <a:spcAft>
                <a:spcPts val="0"/>
              </a:spcAft>
              <a:buSzPts val="1920"/>
              <a:buChar char="o"/>
            </a:pPr>
            <a:r>
              <a:rPr lang="en-US"/>
              <a:t>Trigger other processes (e.g., turn on the furnace or instruct a robot)</a:t>
            </a:r>
            <a:endParaRPr/>
          </a:p>
          <a:p>
            <a:pPr indent="-320040" lvl="1" marL="621792" rtl="0" algn="l">
              <a:lnSpc>
                <a:spcPct val="90000"/>
              </a:lnSpc>
              <a:spcBef>
                <a:spcPts val="500"/>
              </a:spcBef>
              <a:spcAft>
                <a:spcPts val="0"/>
              </a:spcAft>
              <a:buSzPts val="1920"/>
              <a:buChar char="o"/>
            </a:pPr>
            <a:r>
              <a:rPr lang="en-US"/>
              <a:t>Use stored data (create, read, update or delete a record)</a:t>
            </a:r>
            <a:endParaRPr/>
          </a:p>
        </p:txBody>
      </p:sp>
      <p:sp>
        <p:nvSpPr>
          <p:cNvPr id="410" name="Google Shape;410;p25"/>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411" name="Google Shape;411;p25"/>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26"/>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Elements of Data Flow Diagrams (Data Flow)</a:t>
            </a:r>
            <a:endParaRPr/>
          </a:p>
        </p:txBody>
      </p:sp>
      <p:sp>
        <p:nvSpPr>
          <p:cNvPr id="417" name="Google Shape;417;p26"/>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A single piece of data or a logical collection of data</a:t>
            </a:r>
            <a:endParaRPr/>
          </a:p>
          <a:p>
            <a:pPr indent="-292608" lvl="0" marL="292608" marR="0" rtl="0" algn="l">
              <a:lnSpc>
                <a:spcPct val="90000"/>
              </a:lnSpc>
              <a:spcBef>
                <a:spcPts val="1000"/>
              </a:spcBef>
              <a:spcAft>
                <a:spcPts val="0"/>
              </a:spcAft>
              <a:buClr>
                <a:schemeClr val="accent2"/>
              </a:buClr>
              <a:buSzPts val="2800"/>
              <a:buFont typeface="Arial"/>
              <a:buChar char="•"/>
            </a:pPr>
            <a:r>
              <a:rPr lang="en-US"/>
              <a:t>Data Flow names describe the content of the data flow but not how it is implemented</a:t>
            </a:r>
            <a:endParaRPr/>
          </a:p>
          <a:p>
            <a:pPr indent="-292608" lvl="0" marL="292608" marR="0" rtl="0" algn="l">
              <a:lnSpc>
                <a:spcPct val="90000"/>
              </a:lnSpc>
              <a:spcBef>
                <a:spcPts val="1000"/>
              </a:spcBef>
              <a:spcAft>
                <a:spcPts val="0"/>
              </a:spcAft>
              <a:buClr>
                <a:schemeClr val="accent2"/>
              </a:buClr>
              <a:buSzPts val="2800"/>
              <a:buFont typeface="Arial"/>
              <a:buChar char="•"/>
            </a:pPr>
            <a:r>
              <a:rPr lang="en-US"/>
              <a:t>Always starts or ends at a process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Includes the following:</a:t>
            </a:r>
            <a:endParaRPr/>
          </a:p>
          <a:p>
            <a:pPr indent="-320040" lvl="1" marL="621792" rtl="0" algn="l">
              <a:lnSpc>
                <a:spcPct val="90000"/>
              </a:lnSpc>
              <a:spcBef>
                <a:spcPts val="500"/>
              </a:spcBef>
              <a:spcAft>
                <a:spcPts val="0"/>
              </a:spcAft>
              <a:buSzPts val="1920"/>
              <a:buChar char="o"/>
            </a:pPr>
            <a:r>
              <a:rPr lang="en-US"/>
              <a:t>A name (noun)</a:t>
            </a:r>
            <a:endParaRPr/>
          </a:p>
          <a:p>
            <a:pPr indent="-320040" lvl="1" marL="621792" rtl="0" algn="l">
              <a:lnSpc>
                <a:spcPct val="90000"/>
              </a:lnSpc>
              <a:spcBef>
                <a:spcPts val="500"/>
              </a:spcBef>
              <a:spcAft>
                <a:spcPts val="0"/>
              </a:spcAft>
              <a:buSzPts val="1920"/>
              <a:buChar char="o"/>
            </a:pPr>
            <a:r>
              <a:rPr lang="en-US"/>
              <a:t>Description</a:t>
            </a:r>
            <a:endParaRPr/>
          </a:p>
          <a:p>
            <a:pPr indent="-320040" lvl="1" marL="621792" rtl="0" algn="l">
              <a:lnSpc>
                <a:spcPct val="90000"/>
              </a:lnSpc>
              <a:spcBef>
                <a:spcPts val="500"/>
              </a:spcBef>
              <a:spcAft>
                <a:spcPts val="0"/>
              </a:spcAft>
              <a:buSzPts val="1920"/>
              <a:buChar char="o"/>
            </a:pPr>
            <a:r>
              <a:rPr lang="en-US"/>
              <a:t>One or more connections to a process</a:t>
            </a:r>
            <a:endParaRPr/>
          </a:p>
        </p:txBody>
      </p:sp>
      <p:sp>
        <p:nvSpPr>
          <p:cNvPr id="418" name="Google Shape;418;p26"/>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419" name="Google Shape;419;p26"/>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27"/>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Elements of Data Flow Diagrams (Data in Motion)</a:t>
            </a:r>
            <a:endParaRPr/>
          </a:p>
        </p:txBody>
      </p:sp>
      <p:sp>
        <p:nvSpPr>
          <p:cNvPr id="425" name="Google Shape;425;p27"/>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An input of data to a process, or the output of data (or information) from a process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The creation, deletion, or update of data in a file or database (called a data store on the DFD)</a:t>
            </a:r>
            <a:endParaRPr/>
          </a:p>
          <a:p>
            <a:pPr indent="-292608" lvl="0" marL="292608" marR="0" rtl="0" algn="l">
              <a:lnSpc>
                <a:spcPct val="90000"/>
              </a:lnSpc>
              <a:spcBef>
                <a:spcPts val="1000"/>
              </a:spcBef>
              <a:spcAft>
                <a:spcPts val="0"/>
              </a:spcAft>
              <a:buClr>
                <a:schemeClr val="accent2"/>
              </a:buClr>
              <a:buSzPts val="2800"/>
              <a:buFont typeface="Arial"/>
              <a:buChar char="•"/>
            </a:pPr>
            <a:r>
              <a:rPr lang="en-US"/>
              <a:t>A data flow is depicted as a solid-line with arrow</a:t>
            </a:r>
            <a:endParaRPr/>
          </a:p>
          <a:p>
            <a:pPr indent="-292608" lvl="0" marL="292608" marR="0" rtl="0" algn="l">
              <a:lnSpc>
                <a:spcPct val="90000"/>
              </a:lnSpc>
              <a:spcBef>
                <a:spcPts val="1000"/>
              </a:spcBef>
              <a:spcAft>
                <a:spcPts val="0"/>
              </a:spcAft>
              <a:buClr>
                <a:schemeClr val="accent2"/>
              </a:buClr>
              <a:buSzPts val="2800"/>
              <a:buFont typeface="Arial"/>
              <a:buChar char="•"/>
            </a:pPr>
            <a:r>
              <a:rPr lang="en-US"/>
              <a:t>Control flows (non-data flows) trigger processes, such as ‘time to run the weekly payroll’</a:t>
            </a:r>
            <a:endParaRPr/>
          </a:p>
          <a:p>
            <a:pPr indent="-292608" lvl="0" marL="292608" marR="0" rtl="0" algn="l">
              <a:lnSpc>
                <a:spcPct val="90000"/>
              </a:lnSpc>
              <a:spcBef>
                <a:spcPts val="1000"/>
              </a:spcBef>
              <a:spcAft>
                <a:spcPts val="0"/>
              </a:spcAft>
              <a:buClr>
                <a:schemeClr val="accent2"/>
              </a:buClr>
              <a:buSzPts val="2800"/>
              <a:buFont typeface="Arial"/>
              <a:buChar char="•"/>
            </a:pPr>
            <a:r>
              <a:rPr lang="en-US"/>
              <a:t>The control flow is depicted as a dashed-line with arrow</a:t>
            </a:r>
            <a:endParaRPr/>
          </a:p>
        </p:txBody>
      </p:sp>
      <p:sp>
        <p:nvSpPr>
          <p:cNvPr id="426" name="Google Shape;426;p27"/>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427" name="Google Shape;427;p27"/>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28"/>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Elements of Data Flow Diagrams (Data Store)</a:t>
            </a:r>
            <a:endParaRPr/>
          </a:p>
        </p:txBody>
      </p:sp>
      <p:sp>
        <p:nvSpPr>
          <p:cNvPr id="433" name="Google Shape;433;p28"/>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Most information systems capture data for later use.</a:t>
            </a:r>
            <a:endParaRPr/>
          </a:p>
          <a:p>
            <a:pPr indent="-292608" lvl="0" marL="292608" marR="0" rtl="0" algn="l">
              <a:lnSpc>
                <a:spcPct val="90000"/>
              </a:lnSpc>
              <a:spcBef>
                <a:spcPts val="1000"/>
              </a:spcBef>
              <a:spcAft>
                <a:spcPts val="0"/>
              </a:spcAft>
              <a:buClr>
                <a:schemeClr val="accent2"/>
              </a:buClr>
              <a:buSzPts val="2800"/>
              <a:buFont typeface="Arial"/>
              <a:buChar char="•"/>
            </a:pPr>
            <a:r>
              <a:rPr lang="en-US"/>
              <a:t>A data store is a collection of data that is stored in some way</a:t>
            </a:r>
            <a:endParaRPr/>
          </a:p>
          <a:p>
            <a:pPr indent="-292608" lvl="0" marL="292608" marR="0" rtl="0" algn="l">
              <a:lnSpc>
                <a:spcPct val="90000"/>
              </a:lnSpc>
              <a:spcBef>
                <a:spcPts val="1000"/>
              </a:spcBef>
              <a:spcAft>
                <a:spcPts val="0"/>
              </a:spcAft>
              <a:buClr>
                <a:schemeClr val="accent2"/>
              </a:buClr>
              <a:buSzPts val="2800"/>
              <a:buFont typeface="Arial"/>
              <a:buChar char="•"/>
            </a:pPr>
            <a:r>
              <a:rPr lang="en-US"/>
              <a:t>Include the following:</a:t>
            </a:r>
            <a:endParaRPr/>
          </a:p>
          <a:p>
            <a:pPr indent="-320040" lvl="1" marL="621792" rtl="0" algn="l">
              <a:lnSpc>
                <a:spcPct val="90000"/>
              </a:lnSpc>
              <a:spcBef>
                <a:spcPts val="500"/>
              </a:spcBef>
              <a:spcAft>
                <a:spcPts val="0"/>
              </a:spcAft>
              <a:buSzPts val="1920"/>
              <a:buChar char="o"/>
            </a:pPr>
            <a:r>
              <a:rPr lang="en-US"/>
              <a:t>A number</a:t>
            </a:r>
            <a:endParaRPr/>
          </a:p>
          <a:p>
            <a:pPr indent="-320040" lvl="1" marL="621792" rtl="0" algn="l">
              <a:lnSpc>
                <a:spcPct val="90000"/>
              </a:lnSpc>
              <a:spcBef>
                <a:spcPts val="500"/>
              </a:spcBef>
              <a:spcAft>
                <a:spcPts val="0"/>
              </a:spcAft>
              <a:buSzPts val="1920"/>
              <a:buChar char="o"/>
            </a:pPr>
            <a:r>
              <a:rPr lang="en-US"/>
              <a:t>A name (noun)</a:t>
            </a:r>
            <a:endParaRPr/>
          </a:p>
          <a:p>
            <a:pPr indent="-320040" lvl="1" marL="621792" rtl="0" algn="l">
              <a:lnSpc>
                <a:spcPct val="90000"/>
              </a:lnSpc>
              <a:spcBef>
                <a:spcPts val="500"/>
              </a:spcBef>
              <a:spcAft>
                <a:spcPts val="0"/>
              </a:spcAft>
              <a:buSzPts val="1920"/>
              <a:buChar char="o"/>
            </a:pPr>
            <a:r>
              <a:rPr lang="en-US"/>
              <a:t>Description</a:t>
            </a:r>
            <a:endParaRPr/>
          </a:p>
          <a:p>
            <a:pPr indent="-320040" lvl="1" marL="621792" rtl="0" algn="l">
              <a:lnSpc>
                <a:spcPct val="90000"/>
              </a:lnSpc>
              <a:spcBef>
                <a:spcPts val="500"/>
              </a:spcBef>
              <a:spcAft>
                <a:spcPts val="0"/>
              </a:spcAft>
              <a:buSzPts val="1920"/>
              <a:buChar char="o"/>
            </a:pPr>
            <a:r>
              <a:rPr lang="en-US"/>
              <a:t>One or more input data flows (somewhere in process model)</a:t>
            </a:r>
            <a:endParaRPr/>
          </a:p>
          <a:p>
            <a:pPr indent="-320040" lvl="1" marL="621792" rtl="0" algn="l">
              <a:lnSpc>
                <a:spcPct val="90000"/>
              </a:lnSpc>
              <a:spcBef>
                <a:spcPts val="500"/>
              </a:spcBef>
              <a:spcAft>
                <a:spcPts val="0"/>
              </a:spcAft>
              <a:buSzPts val="1920"/>
              <a:buChar char="o"/>
            </a:pPr>
            <a:r>
              <a:rPr lang="en-US"/>
              <a:t>One or more output data flows (somewhere in process model)</a:t>
            </a:r>
            <a:endParaRPr/>
          </a:p>
        </p:txBody>
      </p:sp>
      <p:sp>
        <p:nvSpPr>
          <p:cNvPr id="434" name="Google Shape;434;p28"/>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435" name="Google Shape;435;p28"/>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29"/>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Elements of Data Flow Diagrams (Data Store) </a:t>
            </a:r>
            <a:r>
              <a:rPr lang="en-US" sz="2000"/>
              <a:t>Continued</a:t>
            </a:r>
            <a:endParaRPr/>
          </a:p>
        </p:txBody>
      </p:sp>
      <p:sp>
        <p:nvSpPr>
          <p:cNvPr id="441" name="Google Shape;441;p29"/>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If data flows are data in motion, think of data stores as data at rest</a:t>
            </a:r>
            <a:endParaRPr/>
          </a:p>
          <a:p>
            <a:pPr indent="-292608" lvl="0" marL="292608" marR="0" rtl="0" algn="l">
              <a:lnSpc>
                <a:spcPct val="90000"/>
              </a:lnSpc>
              <a:spcBef>
                <a:spcPts val="1000"/>
              </a:spcBef>
              <a:spcAft>
                <a:spcPts val="0"/>
              </a:spcAft>
              <a:buClr>
                <a:schemeClr val="accent2"/>
              </a:buClr>
              <a:buSzPts val="2800"/>
              <a:buFont typeface="Arial"/>
              <a:buChar char="•"/>
            </a:pPr>
            <a:r>
              <a:rPr lang="en-US"/>
              <a:t>Data stores should describe “things” about which the business wants to store data</a:t>
            </a:r>
            <a:endParaRPr/>
          </a:p>
          <a:p>
            <a:pPr indent="-292608" lvl="0" marL="292608" marR="0" rtl="0" algn="l">
              <a:lnSpc>
                <a:spcPct val="90000"/>
              </a:lnSpc>
              <a:spcBef>
                <a:spcPts val="1000"/>
              </a:spcBef>
              <a:spcAft>
                <a:spcPts val="0"/>
              </a:spcAft>
              <a:buClr>
                <a:schemeClr val="accent2"/>
              </a:buClr>
              <a:buSzPts val="2800"/>
              <a:buFont typeface="Arial"/>
              <a:buChar char="•"/>
            </a:pPr>
            <a:r>
              <a:rPr lang="en-US"/>
              <a:t>Data flows leaving the data store are data retrievals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Data flows entering the data store are updates or new data added</a:t>
            </a:r>
            <a:endParaRPr/>
          </a:p>
        </p:txBody>
      </p:sp>
      <p:sp>
        <p:nvSpPr>
          <p:cNvPr id="442" name="Google Shape;442;p29"/>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443" name="Google Shape;443;p29"/>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30"/>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Elements of Data Flow Diagrams (External Entity)</a:t>
            </a:r>
            <a:endParaRPr/>
          </a:p>
        </p:txBody>
      </p:sp>
      <p:sp>
        <p:nvSpPr>
          <p:cNvPr id="449" name="Google Shape;449;p30"/>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A person, organization, or system that is external to the system</a:t>
            </a:r>
            <a:endParaRPr/>
          </a:p>
          <a:p>
            <a:pPr indent="-292608" lvl="0" marL="292608" marR="0" rtl="0" algn="l">
              <a:lnSpc>
                <a:spcPct val="90000"/>
              </a:lnSpc>
              <a:spcBef>
                <a:spcPts val="1000"/>
              </a:spcBef>
              <a:spcAft>
                <a:spcPts val="0"/>
              </a:spcAft>
              <a:buClr>
                <a:schemeClr val="accent2"/>
              </a:buClr>
              <a:buSzPts val="2800"/>
              <a:buFont typeface="Arial"/>
              <a:buChar char="•"/>
            </a:pPr>
            <a:r>
              <a:rPr lang="en-US"/>
              <a:t>Has interactions with the system (adds data to system or receives data from system)</a:t>
            </a:r>
            <a:endParaRPr/>
          </a:p>
          <a:p>
            <a:pPr indent="-292608" lvl="0" marL="292608" marR="0" rtl="0" algn="l">
              <a:lnSpc>
                <a:spcPct val="90000"/>
              </a:lnSpc>
              <a:spcBef>
                <a:spcPts val="1000"/>
              </a:spcBef>
              <a:spcAft>
                <a:spcPts val="0"/>
              </a:spcAft>
              <a:buClr>
                <a:schemeClr val="accent2"/>
              </a:buClr>
              <a:buSzPts val="2800"/>
              <a:buFont typeface="Arial"/>
              <a:buChar char="•"/>
            </a:pPr>
            <a:r>
              <a:rPr lang="en-US"/>
              <a:t>Include the following:</a:t>
            </a:r>
            <a:endParaRPr/>
          </a:p>
          <a:p>
            <a:pPr indent="-320040" lvl="1" marL="621792" rtl="0" algn="l">
              <a:lnSpc>
                <a:spcPct val="90000"/>
              </a:lnSpc>
              <a:spcBef>
                <a:spcPts val="500"/>
              </a:spcBef>
              <a:spcAft>
                <a:spcPts val="0"/>
              </a:spcAft>
              <a:buSzPts val="1920"/>
              <a:buChar char="o"/>
            </a:pPr>
            <a:r>
              <a:rPr lang="en-US"/>
              <a:t>A name (noun)</a:t>
            </a:r>
            <a:endParaRPr/>
          </a:p>
          <a:p>
            <a:pPr indent="-320040" lvl="1" marL="621792" rtl="0" algn="l">
              <a:lnSpc>
                <a:spcPct val="90000"/>
              </a:lnSpc>
              <a:spcBef>
                <a:spcPts val="500"/>
              </a:spcBef>
              <a:spcAft>
                <a:spcPts val="0"/>
              </a:spcAft>
              <a:buSzPts val="1920"/>
              <a:buChar char="o"/>
            </a:pPr>
            <a:r>
              <a:rPr lang="en-US"/>
              <a:t>Description</a:t>
            </a:r>
            <a:endParaRPr/>
          </a:p>
        </p:txBody>
      </p:sp>
      <p:sp>
        <p:nvSpPr>
          <p:cNvPr id="450" name="Google Shape;450;p30"/>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451" name="Google Shape;451;p30"/>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31"/>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accent1"/>
              </a:buClr>
              <a:buSzPct val="100000"/>
              <a:buFont typeface="Calibri"/>
              <a:buNone/>
            </a:pPr>
            <a:r>
              <a:rPr lang="en-US"/>
              <a:t>Using Data Flow Diagrams to Define Business Processes</a:t>
            </a:r>
            <a:endParaRPr/>
          </a:p>
        </p:txBody>
      </p:sp>
      <p:sp>
        <p:nvSpPr>
          <p:cNvPr id="457" name="Google Shape;457;p31"/>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Business processes are too complex to be shown on a single D F D</a:t>
            </a:r>
            <a:endParaRPr/>
          </a:p>
          <a:p>
            <a:pPr indent="-292608" lvl="0" marL="292608" marR="0" rtl="0" algn="l">
              <a:lnSpc>
                <a:spcPct val="90000"/>
              </a:lnSpc>
              <a:spcBef>
                <a:spcPts val="1000"/>
              </a:spcBef>
              <a:spcAft>
                <a:spcPts val="0"/>
              </a:spcAft>
              <a:buClr>
                <a:schemeClr val="accent2"/>
              </a:buClr>
              <a:buSzPts val="2800"/>
              <a:buFont typeface="Arial"/>
              <a:buChar char="•"/>
            </a:pPr>
            <a:r>
              <a:rPr lang="en-US"/>
              <a:t>A deliberate hierarchy is created with multiple “levels” of D F Ds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To build the hierarchy, use </a:t>
            </a:r>
            <a:r>
              <a:rPr b="1" i="1" lang="en-US"/>
              <a:t>decomposition</a:t>
            </a:r>
            <a:endParaRPr/>
          </a:p>
          <a:p>
            <a:pPr indent="-320040" lvl="1" marL="621792" rtl="0" algn="l">
              <a:lnSpc>
                <a:spcPct val="90000"/>
              </a:lnSpc>
              <a:spcBef>
                <a:spcPts val="500"/>
              </a:spcBef>
              <a:spcAft>
                <a:spcPts val="0"/>
              </a:spcAft>
              <a:buSzPts val="1920"/>
              <a:buChar char="o"/>
            </a:pPr>
            <a:r>
              <a:rPr lang="en-US"/>
              <a:t>Child diagrams show a portion of the parent diagram in greater detail</a:t>
            </a:r>
            <a:endParaRPr/>
          </a:p>
        </p:txBody>
      </p:sp>
      <p:sp>
        <p:nvSpPr>
          <p:cNvPr id="458" name="Google Shape;458;p31"/>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459" name="Google Shape;459;p31"/>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32"/>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DFD Hierarchy </a:t>
            </a:r>
            <a:r>
              <a:rPr lang="en-US" sz="2000"/>
              <a:t>(1 of 3)</a:t>
            </a:r>
            <a:endParaRPr/>
          </a:p>
        </p:txBody>
      </p:sp>
      <p:sp>
        <p:nvSpPr>
          <p:cNvPr id="465" name="Google Shape;465;p32"/>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466" name="Google Shape;466;p32"/>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pic>
        <p:nvPicPr>
          <p:cNvPr descr="Data flow diagram depicting customization shop management system level 0 DFD for a client service project." id="467" name="Google Shape;467;p32"/>
          <p:cNvPicPr preferRelativeResize="0"/>
          <p:nvPr>
            <p:ph idx="1" type="body"/>
          </p:nvPr>
        </p:nvPicPr>
        <p:blipFill rotWithShape="1">
          <a:blip r:embed="rId3">
            <a:alphaModFix/>
          </a:blip>
          <a:srcRect b="0" l="0" r="0" t="0"/>
          <a:stretch/>
        </p:blipFill>
        <p:spPr>
          <a:xfrm>
            <a:off x="3315983" y="1756977"/>
            <a:ext cx="5560034" cy="448704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33"/>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DFD Hierarchy </a:t>
            </a:r>
            <a:r>
              <a:rPr lang="en-US" sz="2000"/>
              <a:t>(2 of 3)</a:t>
            </a:r>
            <a:endParaRPr/>
          </a:p>
        </p:txBody>
      </p:sp>
      <p:sp>
        <p:nvSpPr>
          <p:cNvPr id="473" name="Google Shape;473;p33"/>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Processes on Level 0 diagram each decompose into separate Level 1 diagrams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Processes on Level 1 diagrams may or may not be decomposed into separate Level 2 diagrams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Processes are decomposed until each process is a single-purpose, primitive process</a:t>
            </a:r>
            <a:endParaRPr/>
          </a:p>
        </p:txBody>
      </p:sp>
      <p:sp>
        <p:nvSpPr>
          <p:cNvPr id="474" name="Google Shape;474;p33"/>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475" name="Google Shape;475;p33"/>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34"/>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DFD Hierarchy </a:t>
            </a:r>
            <a:r>
              <a:rPr lang="en-US" sz="2000"/>
              <a:t>(3 of 3)</a:t>
            </a:r>
            <a:endParaRPr/>
          </a:p>
        </p:txBody>
      </p:sp>
      <p:sp>
        <p:nvSpPr>
          <p:cNvPr id="481" name="Google Shape;481;p34"/>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482" name="Google Shape;482;p34"/>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pic>
        <p:nvPicPr>
          <p:cNvPr descr="Data flow diagram depicting customization shop management system process 4 (Record Receipt of Components) level 1 DFD." id="483" name="Google Shape;483;p34"/>
          <p:cNvPicPr preferRelativeResize="0"/>
          <p:nvPr>
            <p:ph idx="1" type="body"/>
          </p:nvPr>
        </p:nvPicPr>
        <p:blipFill rotWithShape="1">
          <a:blip r:embed="rId3">
            <a:alphaModFix/>
          </a:blip>
          <a:srcRect b="0" l="0" r="0" t="0"/>
          <a:stretch/>
        </p:blipFill>
        <p:spPr>
          <a:xfrm>
            <a:off x="3327064" y="1752600"/>
            <a:ext cx="5537872" cy="44958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35"/>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Balancing</a:t>
            </a:r>
            <a:endParaRPr/>
          </a:p>
        </p:txBody>
      </p:sp>
      <p:sp>
        <p:nvSpPr>
          <p:cNvPr id="489" name="Google Shape;489;p35"/>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Ensures that information presented at one level of a DFD is accurately represented in the next level DFD</a:t>
            </a:r>
            <a:endParaRPr/>
          </a:p>
          <a:p>
            <a:pPr indent="-292608" lvl="0" marL="292608" marR="0" rtl="0" algn="l">
              <a:lnSpc>
                <a:spcPct val="90000"/>
              </a:lnSpc>
              <a:spcBef>
                <a:spcPts val="1000"/>
              </a:spcBef>
              <a:spcAft>
                <a:spcPts val="0"/>
              </a:spcAft>
              <a:buClr>
                <a:schemeClr val="accent2"/>
              </a:buClr>
              <a:buSzPts val="2800"/>
              <a:buFont typeface="Arial"/>
              <a:buChar char="•"/>
            </a:pPr>
            <a:r>
              <a:rPr lang="en-US"/>
              <a:t>Data flows on parent diagram are carried down to child diagram</a:t>
            </a:r>
            <a:endParaRPr/>
          </a:p>
          <a:p>
            <a:pPr indent="-292608" lvl="0" marL="292608" marR="0" rtl="0" algn="l">
              <a:lnSpc>
                <a:spcPct val="90000"/>
              </a:lnSpc>
              <a:spcBef>
                <a:spcPts val="1000"/>
              </a:spcBef>
              <a:spcAft>
                <a:spcPts val="0"/>
              </a:spcAft>
              <a:buClr>
                <a:schemeClr val="accent2"/>
              </a:buClr>
              <a:buSzPts val="2800"/>
              <a:buFont typeface="Arial"/>
              <a:buChar char="•"/>
            </a:pPr>
            <a:r>
              <a:rPr lang="en-US"/>
              <a:t>Child diagram adds new processes and new data flows</a:t>
            </a:r>
            <a:endParaRPr/>
          </a:p>
        </p:txBody>
      </p:sp>
      <p:sp>
        <p:nvSpPr>
          <p:cNvPr id="490" name="Google Shape;490;p35"/>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491" name="Google Shape;491;p35"/>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36"/>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Context Diagram</a:t>
            </a:r>
            <a:endParaRPr/>
          </a:p>
        </p:txBody>
      </p:sp>
      <p:sp>
        <p:nvSpPr>
          <p:cNvPr id="497" name="Google Shape;497;p36"/>
          <p:cNvSpPr txBox="1"/>
          <p:nvPr>
            <p:ph idx="1" type="body"/>
          </p:nvPr>
        </p:nvSpPr>
        <p:spPr>
          <a:xfrm>
            <a:off x="406400" y="1752600"/>
            <a:ext cx="5384800" cy="4419600"/>
          </a:xfrm>
          <a:prstGeom prst="rect">
            <a:avLst/>
          </a:prstGeom>
          <a:noFill/>
          <a:ln>
            <a:noFill/>
          </a:ln>
        </p:spPr>
        <p:txBody>
          <a:bodyPr anchorCtr="0" anchor="t" bIns="45700" lIns="91425" spcFirstLastPara="1" rIns="91425" wrap="square" tIns="45700">
            <a:normAutofit lnSpcReduction="10000"/>
          </a:bodyPr>
          <a:lstStyle/>
          <a:p>
            <a:pPr indent="-457200" lvl="0" marL="457200" marR="0" rtl="0" algn="l">
              <a:lnSpc>
                <a:spcPct val="90000"/>
              </a:lnSpc>
              <a:spcBef>
                <a:spcPts val="0"/>
              </a:spcBef>
              <a:spcAft>
                <a:spcPts val="0"/>
              </a:spcAft>
              <a:buClr>
                <a:schemeClr val="dk1"/>
              </a:buClr>
              <a:buSzPts val="2800"/>
              <a:buFont typeface="Arial"/>
              <a:buChar char="•"/>
            </a:pPr>
            <a:r>
              <a:rPr lang="en-US"/>
              <a:t>Top-level DFD in every process model</a:t>
            </a:r>
            <a:endParaRPr/>
          </a:p>
          <a:p>
            <a:pPr indent="-457200" lvl="0" marL="457200" marR="0" rtl="0" algn="l">
              <a:lnSpc>
                <a:spcPct val="90000"/>
              </a:lnSpc>
              <a:spcBef>
                <a:spcPts val="1000"/>
              </a:spcBef>
              <a:spcAft>
                <a:spcPts val="0"/>
              </a:spcAft>
              <a:buClr>
                <a:schemeClr val="dk1"/>
              </a:buClr>
              <a:buSzPts val="2800"/>
              <a:buFont typeface="Arial"/>
              <a:buChar char="•"/>
            </a:pPr>
            <a:r>
              <a:rPr lang="en-US"/>
              <a:t>Shows the context into which the business process fits</a:t>
            </a:r>
            <a:endParaRPr/>
          </a:p>
          <a:p>
            <a:pPr indent="-457200" lvl="0" marL="457200" marR="0" rtl="0" algn="l">
              <a:lnSpc>
                <a:spcPct val="90000"/>
              </a:lnSpc>
              <a:spcBef>
                <a:spcPts val="1000"/>
              </a:spcBef>
              <a:spcAft>
                <a:spcPts val="0"/>
              </a:spcAft>
              <a:buClr>
                <a:schemeClr val="dk1"/>
              </a:buClr>
              <a:buSzPts val="2800"/>
              <a:buFont typeface="Arial"/>
              <a:buChar char="•"/>
            </a:pPr>
            <a:r>
              <a:rPr lang="en-US"/>
              <a:t>Shows the overall business process as just one process (process ‘zero’)</a:t>
            </a:r>
            <a:endParaRPr/>
          </a:p>
          <a:p>
            <a:pPr indent="-457200" lvl="0" marL="457200" marR="0" rtl="0" algn="l">
              <a:lnSpc>
                <a:spcPct val="90000"/>
              </a:lnSpc>
              <a:spcBef>
                <a:spcPts val="1000"/>
              </a:spcBef>
              <a:spcAft>
                <a:spcPts val="0"/>
              </a:spcAft>
              <a:buClr>
                <a:schemeClr val="dk1"/>
              </a:buClr>
              <a:buSzPts val="2800"/>
              <a:buFont typeface="Arial"/>
              <a:buChar char="•"/>
            </a:pPr>
            <a:r>
              <a:rPr lang="en-US"/>
              <a:t>Shows all the external entities that receive information from or contribute information to the system</a:t>
            </a:r>
            <a:endParaRPr/>
          </a:p>
        </p:txBody>
      </p:sp>
      <p:sp>
        <p:nvSpPr>
          <p:cNvPr id="498" name="Google Shape;498;p36"/>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499" name="Google Shape;499;p36"/>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pic>
        <p:nvPicPr>
          <p:cNvPr descr="Data flow diagram depicting customization shop management system process 5 (Finalize Parts Request) Level 1 DFD." id="500" name="Google Shape;500;p36"/>
          <p:cNvPicPr preferRelativeResize="0"/>
          <p:nvPr>
            <p:ph idx="2" type="body"/>
          </p:nvPr>
        </p:nvPicPr>
        <p:blipFill rotWithShape="1">
          <a:blip r:embed="rId3">
            <a:alphaModFix/>
          </a:blip>
          <a:srcRect b="0" l="0" r="0" t="0"/>
          <a:stretch/>
        </p:blipFill>
        <p:spPr>
          <a:xfrm>
            <a:off x="6665007" y="3239961"/>
            <a:ext cx="4767485" cy="1444877"/>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37"/>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Level 0 Diagram</a:t>
            </a:r>
            <a:endParaRPr/>
          </a:p>
        </p:txBody>
      </p:sp>
      <p:sp>
        <p:nvSpPr>
          <p:cNvPr id="506" name="Google Shape;506;p37"/>
          <p:cNvSpPr txBox="1"/>
          <p:nvPr>
            <p:ph idx="1" type="body"/>
          </p:nvPr>
        </p:nvSpPr>
        <p:spPr>
          <a:xfrm>
            <a:off x="406400" y="1752600"/>
            <a:ext cx="5384800" cy="4419600"/>
          </a:xfrm>
          <a:prstGeom prst="rect">
            <a:avLst/>
          </a:prstGeom>
          <a:noFill/>
          <a:ln>
            <a:noFill/>
          </a:ln>
        </p:spPr>
        <p:txBody>
          <a:bodyPr anchorCtr="0" anchor="t" bIns="45700" lIns="91425" spcFirstLastPara="1" rIns="91425" wrap="square" tIns="45700">
            <a:normAutofit/>
          </a:bodyPr>
          <a:lstStyle/>
          <a:p>
            <a:pPr indent="-457200" lvl="0" marL="457200" marR="0" rtl="0" algn="l">
              <a:lnSpc>
                <a:spcPct val="90000"/>
              </a:lnSpc>
              <a:spcBef>
                <a:spcPts val="0"/>
              </a:spcBef>
              <a:spcAft>
                <a:spcPts val="0"/>
              </a:spcAft>
              <a:buClr>
                <a:schemeClr val="dk1"/>
              </a:buClr>
              <a:buSzPts val="2800"/>
              <a:buFont typeface="Arial"/>
              <a:buChar char="•"/>
            </a:pPr>
            <a:r>
              <a:rPr lang="en-US"/>
              <a:t>Shows all the major processes that comprise the overall system</a:t>
            </a:r>
            <a:endParaRPr/>
          </a:p>
          <a:p>
            <a:pPr indent="-228600" lvl="1" marL="685800" rtl="0" algn="l">
              <a:lnSpc>
                <a:spcPct val="90000"/>
              </a:lnSpc>
              <a:spcBef>
                <a:spcPts val="500"/>
              </a:spcBef>
              <a:spcAft>
                <a:spcPts val="0"/>
              </a:spcAft>
              <a:buClr>
                <a:schemeClr val="dk1"/>
              </a:buClr>
              <a:buSzPts val="2400"/>
              <a:buChar char="•"/>
            </a:pPr>
            <a:r>
              <a:rPr lang="en-US"/>
              <a:t>Internal components of process 0</a:t>
            </a:r>
            <a:endParaRPr/>
          </a:p>
          <a:p>
            <a:pPr indent="-457200" lvl="0" marL="457200" marR="0" rtl="0" algn="l">
              <a:lnSpc>
                <a:spcPct val="90000"/>
              </a:lnSpc>
              <a:spcBef>
                <a:spcPts val="1000"/>
              </a:spcBef>
              <a:spcAft>
                <a:spcPts val="0"/>
              </a:spcAft>
              <a:buClr>
                <a:schemeClr val="dk1"/>
              </a:buClr>
              <a:buSzPts val="2800"/>
              <a:buFont typeface="Arial"/>
              <a:buChar char="•"/>
            </a:pPr>
            <a:r>
              <a:rPr lang="en-US"/>
              <a:t>Shows how the major processes are interrelated by data flows</a:t>
            </a:r>
            <a:endParaRPr/>
          </a:p>
          <a:p>
            <a:pPr indent="-457200" lvl="0" marL="457200" marR="0" rtl="0" algn="l">
              <a:lnSpc>
                <a:spcPct val="90000"/>
              </a:lnSpc>
              <a:spcBef>
                <a:spcPts val="1000"/>
              </a:spcBef>
              <a:spcAft>
                <a:spcPts val="0"/>
              </a:spcAft>
              <a:buClr>
                <a:schemeClr val="dk1"/>
              </a:buClr>
              <a:buSzPts val="2800"/>
              <a:buFont typeface="Arial"/>
              <a:buChar char="•"/>
            </a:pPr>
            <a:r>
              <a:rPr lang="en-US"/>
              <a:t>Shows external entities and the major processes with which they interact</a:t>
            </a:r>
            <a:endParaRPr/>
          </a:p>
          <a:p>
            <a:pPr indent="-457200" lvl="0" marL="457200" marR="0" rtl="0" algn="l">
              <a:lnSpc>
                <a:spcPct val="90000"/>
              </a:lnSpc>
              <a:spcBef>
                <a:spcPts val="1000"/>
              </a:spcBef>
              <a:spcAft>
                <a:spcPts val="0"/>
              </a:spcAft>
              <a:buClr>
                <a:schemeClr val="dk1"/>
              </a:buClr>
              <a:buSzPts val="2800"/>
              <a:buFont typeface="Arial"/>
              <a:buChar char="•"/>
            </a:pPr>
            <a:r>
              <a:rPr lang="en-US"/>
              <a:t>Adds stored data via the data stores</a:t>
            </a:r>
            <a:endParaRPr/>
          </a:p>
        </p:txBody>
      </p:sp>
      <p:sp>
        <p:nvSpPr>
          <p:cNvPr id="507" name="Google Shape;507;p37"/>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508" name="Google Shape;508;p37"/>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pic>
        <p:nvPicPr>
          <p:cNvPr descr="Chart summarizing the data flow diagram quality checklist for identifying the most common errors." id="509" name="Google Shape;509;p37"/>
          <p:cNvPicPr preferRelativeResize="0"/>
          <p:nvPr>
            <p:ph idx="2" type="body"/>
          </p:nvPr>
        </p:nvPicPr>
        <p:blipFill rotWithShape="1">
          <a:blip r:embed="rId3">
            <a:alphaModFix/>
          </a:blip>
          <a:srcRect b="0" l="0" r="0" t="0"/>
          <a:stretch/>
        </p:blipFill>
        <p:spPr>
          <a:xfrm>
            <a:off x="7241129" y="3005245"/>
            <a:ext cx="3615241" cy="191431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38"/>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Level 1 Diagrams</a:t>
            </a:r>
            <a:endParaRPr/>
          </a:p>
        </p:txBody>
      </p:sp>
      <p:sp>
        <p:nvSpPr>
          <p:cNvPr id="515" name="Google Shape;515;p38"/>
          <p:cNvSpPr txBox="1"/>
          <p:nvPr>
            <p:ph idx="1" type="body"/>
          </p:nvPr>
        </p:nvSpPr>
        <p:spPr>
          <a:xfrm>
            <a:off x="406400" y="1752600"/>
            <a:ext cx="5384800" cy="4419600"/>
          </a:xfrm>
          <a:prstGeom prst="rect">
            <a:avLst/>
          </a:prstGeom>
          <a:noFill/>
          <a:ln>
            <a:noFill/>
          </a:ln>
        </p:spPr>
        <p:txBody>
          <a:bodyPr anchorCtr="0" anchor="t" bIns="45700" lIns="91425" spcFirstLastPara="1" rIns="91425" wrap="square" tIns="45700">
            <a:normAutofit fontScale="92500" lnSpcReduction="20000"/>
          </a:bodyPr>
          <a:lstStyle/>
          <a:p>
            <a:pPr indent="-457200" lvl="0" marL="457200" marR="0" rtl="0" algn="l">
              <a:lnSpc>
                <a:spcPct val="90000"/>
              </a:lnSpc>
              <a:spcBef>
                <a:spcPts val="0"/>
              </a:spcBef>
              <a:spcAft>
                <a:spcPts val="0"/>
              </a:spcAft>
              <a:buClr>
                <a:schemeClr val="dk1"/>
              </a:buClr>
              <a:buSzPct val="100000"/>
              <a:buFont typeface="Arial"/>
              <a:buChar char="•"/>
            </a:pPr>
            <a:r>
              <a:rPr lang="en-US"/>
              <a:t>Create one level 1 diagram for every major process on level 0 diagram</a:t>
            </a:r>
            <a:endParaRPr/>
          </a:p>
          <a:p>
            <a:pPr indent="-457200" lvl="0" marL="457200" marR="0" rtl="0" algn="l">
              <a:lnSpc>
                <a:spcPct val="90000"/>
              </a:lnSpc>
              <a:spcBef>
                <a:spcPts val="1000"/>
              </a:spcBef>
              <a:spcAft>
                <a:spcPts val="0"/>
              </a:spcAft>
              <a:buClr>
                <a:schemeClr val="dk1"/>
              </a:buClr>
              <a:buSzPct val="100000"/>
              <a:buFont typeface="Arial"/>
              <a:buChar char="•"/>
            </a:pPr>
            <a:r>
              <a:rPr lang="en-US"/>
              <a:t>Shows the internal processes that comprise a single process on the level 0 diagram</a:t>
            </a:r>
            <a:endParaRPr/>
          </a:p>
          <a:p>
            <a:pPr indent="-457200" lvl="0" marL="457200" marR="0" rtl="0" algn="l">
              <a:lnSpc>
                <a:spcPct val="90000"/>
              </a:lnSpc>
              <a:spcBef>
                <a:spcPts val="1000"/>
              </a:spcBef>
              <a:spcAft>
                <a:spcPts val="0"/>
              </a:spcAft>
              <a:buClr>
                <a:schemeClr val="dk1"/>
              </a:buClr>
              <a:buSzPct val="100000"/>
              <a:buFont typeface="Arial"/>
              <a:buChar char="•"/>
            </a:pPr>
            <a:r>
              <a:rPr lang="en-US"/>
              <a:t>Shows how information moves to and from each of these processes</a:t>
            </a:r>
            <a:endParaRPr/>
          </a:p>
          <a:p>
            <a:pPr indent="-457200" lvl="0" marL="457200" marR="0" rtl="0" algn="l">
              <a:lnSpc>
                <a:spcPct val="90000"/>
              </a:lnSpc>
              <a:spcBef>
                <a:spcPts val="1000"/>
              </a:spcBef>
              <a:spcAft>
                <a:spcPts val="0"/>
              </a:spcAft>
              <a:buClr>
                <a:schemeClr val="dk1"/>
              </a:buClr>
              <a:buSzPct val="100000"/>
              <a:buFont typeface="Arial"/>
              <a:buChar char="•"/>
            </a:pPr>
            <a:r>
              <a:rPr lang="en-US"/>
              <a:t>If a parent process is decomposed into, say, three child processes, then these three child processes wholly and completely make up the parent process</a:t>
            </a:r>
            <a:endParaRPr/>
          </a:p>
          <a:p>
            <a:pPr indent="-292735" lvl="0" marL="457200" marR="0" rtl="0" algn="l">
              <a:lnSpc>
                <a:spcPct val="90000"/>
              </a:lnSpc>
              <a:spcBef>
                <a:spcPts val="1000"/>
              </a:spcBef>
              <a:spcAft>
                <a:spcPts val="0"/>
              </a:spcAft>
              <a:buClr>
                <a:schemeClr val="dk1"/>
              </a:buClr>
              <a:buSzPct val="100000"/>
              <a:buFont typeface="Arial"/>
              <a:buNone/>
            </a:pPr>
            <a:r>
              <a:t/>
            </a:r>
            <a:endParaRPr/>
          </a:p>
        </p:txBody>
      </p:sp>
      <p:sp>
        <p:nvSpPr>
          <p:cNvPr id="516" name="Google Shape;516;p38"/>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517" name="Google Shape;517;p38"/>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pic>
        <p:nvPicPr>
          <p:cNvPr descr="Data flow diagram depicting some common syntax errors, where data only enters or leaves the system by way of the external entities." id="518" name="Google Shape;518;p38"/>
          <p:cNvPicPr preferRelativeResize="0"/>
          <p:nvPr>
            <p:ph idx="2" type="body"/>
          </p:nvPr>
        </p:nvPicPr>
        <p:blipFill rotWithShape="1">
          <a:blip r:embed="rId3">
            <a:alphaModFix/>
          </a:blip>
          <a:srcRect b="0" l="0" r="0" t="0"/>
          <a:stretch/>
        </p:blipFill>
        <p:spPr>
          <a:xfrm>
            <a:off x="6994220" y="3124127"/>
            <a:ext cx="4109060" cy="167654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39"/>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Level 2 Diagrams</a:t>
            </a:r>
            <a:endParaRPr/>
          </a:p>
        </p:txBody>
      </p:sp>
      <p:sp>
        <p:nvSpPr>
          <p:cNvPr id="524" name="Google Shape;524;p39"/>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Shows all processes that comprise a single process on the level 1 diagram</a:t>
            </a:r>
            <a:endParaRPr/>
          </a:p>
          <a:p>
            <a:pPr indent="-292608" lvl="0" marL="292608" marR="0" rtl="0" algn="l">
              <a:lnSpc>
                <a:spcPct val="90000"/>
              </a:lnSpc>
              <a:spcBef>
                <a:spcPts val="1000"/>
              </a:spcBef>
              <a:spcAft>
                <a:spcPts val="0"/>
              </a:spcAft>
              <a:buClr>
                <a:schemeClr val="accent2"/>
              </a:buClr>
              <a:buSzPts val="2800"/>
              <a:buFont typeface="Arial"/>
              <a:buChar char="•"/>
            </a:pPr>
            <a:r>
              <a:rPr lang="en-US"/>
              <a:t>Shows how information moves to and from each of these processes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Level 2 diagrams may not be needed for all level 1 processes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Correctly numbering each process helps the user understand where the process fits into the overall system</a:t>
            </a:r>
            <a:endParaRPr/>
          </a:p>
        </p:txBody>
      </p:sp>
      <p:sp>
        <p:nvSpPr>
          <p:cNvPr id="525" name="Google Shape;525;p39"/>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526" name="Google Shape;526;p39"/>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40"/>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Diagram Numbering</a:t>
            </a:r>
            <a:endParaRPr/>
          </a:p>
        </p:txBody>
      </p:sp>
      <p:sp>
        <p:nvSpPr>
          <p:cNvPr id="532" name="Google Shape;532;p40"/>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Correctly numbering each process helps the user understand where the process fits into the overall hierarchy</a:t>
            </a:r>
            <a:endParaRPr/>
          </a:p>
          <a:p>
            <a:pPr indent="-292608" lvl="0" marL="292608" marR="0" rtl="0" algn="l">
              <a:lnSpc>
                <a:spcPct val="90000"/>
              </a:lnSpc>
              <a:spcBef>
                <a:spcPts val="1000"/>
              </a:spcBef>
              <a:spcAft>
                <a:spcPts val="0"/>
              </a:spcAft>
              <a:buClr>
                <a:schemeClr val="accent2"/>
              </a:buClr>
              <a:buSzPts val="2800"/>
              <a:buFont typeface="Arial"/>
              <a:buChar char="•"/>
            </a:pPr>
            <a:r>
              <a:rPr lang="en-US"/>
              <a:t>Context Diagram is always “Process 0”</a:t>
            </a:r>
            <a:endParaRPr/>
          </a:p>
          <a:p>
            <a:pPr indent="-292608" lvl="0" marL="292608" marR="0" rtl="0" algn="l">
              <a:lnSpc>
                <a:spcPct val="90000"/>
              </a:lnSpc>
              <a:spcBef>
                <a:spcPts val="1000"/>
              </a:spcBef>
              <a:spcAft>
                <a:spcPts val="0"/>
              </a:spcAft>
              <a:buClr>
                <a:schemeClr val="accent2"/>
              </a:buClr>
              <a:buSzPts val="2800"/>
              <a:buFont typeface="Arial"/>
              <a:buChar char="•"/>
            </a:pPr>
            <a:r>
              <a:rPr lang="en-US"/>
              <a:t>Level 0 processes are always numbered with integer value (1, 2, 3, and so on)</a:t>
            </a:r>
            <a:endParaRPr/>
          </a:p>
          <a:p>
            <a:pPr indent="-292608" lvl="0" marL="292608" marR="0" rtl="0" algn="l">
              <a:lnSpc>
                <a:spcPct val="90000"/>
              </a:lnSpc>
              <a:spcBef>
                <a:spcPts val="1000"/>
              </a:spcBef>
              <a:spcAft>
                <a:spcPts val="0"/>
              </a:spcAft>
              <a:buClr>
                <a:schemeClr val="accent2"/>
              </a:buClr>
              <a:buSzPts val="2800"/>
              <a:buFont typeface="Arial"/>
              <a:buChar char="•"/>
            </a:pPr>
            <a:r>
              <a:rPr lang="en-US"/>
              <a:t>Level 1 processes always have one “dot”: parent number “dot” unique number (1.1, 1.2, 1.3, and so on)</a:t>
            </a:r>
            <a:endParaRPr/>
          </a:p>
          <a:p>
            <a:pPr indent="-292608" lvl="0" marL="292608" marR="0" rtl="0" algn="l">
              <a:lnSpc>
                <a:spcPct val="90000"/>
              </a:lnSpc>
              <a:spcBef>
                <a:spcPts val="1000"/>
              </a:spcBef>
              <a:spcAft>
                <a:spcPts val="0"/>
              </a:spcAft>
              <a:buClr>
                <a:schemeClr val="accent2"/>
              </a:buClr>
              <a:buSzPts val="2800"/>
              <a:buFont typeface="Arial"/>
              <a:buChar char="•"/>
            </a:pPr>
            <a:r>
              <a:rPr lang="en-US"/>
              <a:t>Level 2 processes always have two “dots”: parent number “dot” unique number (1.1.1, 1.1.2, 1.1.3, and so on)</a:t>
            </a:r>
            <a:endParaRPr/>
          </a:p>
        </p:txBody>
      </p:sp>
      <p:sp>
        <p:nvSpPr>
          <p:cNvPr id="533" name="Google Shape;533;p40"/>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534" name="Google Shape;534;p40"/>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41"/>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Alternative Data Flows</a:t>
            </a:r>
            <a:endParaRPr/>
          </a:p>
        </p:txBody>
      </p:sp>
      <p:sp>
        <p:nvSpPr>
          <p:cNvPr id="540" name="Google Shape;540;p41"/>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Where a process can produce different data flows given different conditions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We show both data flows and use the process description to explain why they are alternatives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Tip -- alternative data flows often accompany processes with IF statements</a:t>
            </a:r>
            <a:endParaRPr/>
          </a:p>
        </p:txBody>
      </p:sp>
      <p:sp>
        <p:nvSpPr>
          <p:cNvPr id="541" name="Google Shape;541;p41"/>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542" name="Google Shape;542;p41"/>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42"/>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Process Descriptions</a:t>
            </a:r>
            <a:endParaRPr/>
          </a:p>
        </p:txBody>
      </p:sp>
      <p:sp>
        <p:nvSpPr>
          <p:cNvPr id="548" name="Google Shape;548;p42"/>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Text-based process descriptions provide more information about the process than the DFD alone</a:t>
            </a:r>
            <a:endParaRPr/>
          </a:p>
          <a:p>
            <a:pPr indent="-292608" lvl="0" marL="292608" marR="0" rtl="0" algn="l">
              <a:lnSpc>
                <a:spcPct val="90000"/>
              </a:lnSpc>
              <a:spcBef>
                <a:spcPts val="1000"/>
              </a:spcBef>
              <a:spcAft>
                <a:spcPts val="0"/>
              </a:spcAft>
              <a:buClr>
                <a:schemeClr val="accent2"/>
              </a:buClr>
              <a:buSzPts val="2800"/>
              <a:buFont typeface="Arial"/>
              <a:buChar char="•"/>
            </a:pPr>
            <a:r>
              <a:rPr lang="en-US"/>
              <a:t>CASE tools enable easy creation of descriptions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If the logic underlying the process is quite complex, more detail may be needed in the form of:</a:t>
            </a:r>
            <a:endParaRPr/>
          </a:p>
          <a:p>
            <a:pPr indent="-320040" lvl="1" marL="621792" rtl="0" algn="l">
              <a:lnSpc>
                <a:spcPct val="90000"/>
              </a:lnSpc>
              <a:spcBef>
                <a:spcPts val="500"/>
              </a:spcBef>
              <a:spcAft>
                <a:spcPts val="0"/>
              </a:spcAft>
              <a:buSzPts val="1920"/>
              <a:buChar char="o"/>
            </a:pPr>
            <a:r>
              <a:rPr lang="en-US"/>
              <a:t>Structured English</a:t>
            </a:r>
            <a:endParaRPr/>
          </a:p>
          <a:p>
            <a:pPr indent="-320040" lvl="1" marL="621792" rtl="0" algn="l">
              <a:lnSpc>
                <a:spcPct val="90000"/>
              </a:lnSpc>
              <a:spcBef>
                <a:spcPts val="500"/>
              </a:spcBef>
              <a:spcAft>
                <a:spcPts val="0"/>
              </a:spcAft>
              <a:buSzPts val="1920"/>
              <a:buChar char="o"/>
            </a:pPr>
            <a:r>
              <a:rPr lang="en-US"/>
              <a:t>Decision trees</a:t>
            </a:r>
            <a:endParaRPr/>
          </a:p>
          <a:p>
            <a:pPr indent="-320040" lvl="1" marL="621792" rtl="0" algn="l">
              <a:lnSpc>
                <a:spcPct val="90000"/>
              </a:lnSpc>
              <a:spcBef>
                <a:spcPts val="500"/>
              </a:spcBef>
              <a:spcAft>
                <a:spcPts val="0"/>
              </a:spcAft>
              <a:buSzPts val="1920"/>
              <a:buChar char="o"/>
            </a:pPr>
            <a:r>
              <a:rPr lang="en-US"/>
              <a:t>Decision tables</a:t>
            </a:r>
            <a:endParaRPr/>
          </a:p>
        </p:txBody>
      </p:sp>
      <p:sp>
        <p:nvSpPr>
          <p:cNvPr id="549" name="Google Shape;549;p42"/>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550" name="Google Shape;550;p42"/>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43"/>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Creating Data Flow Diagrams (1 of 2)</a:t>
            </a:r>
            <a:endParaRPr/>
          </a:p>
        </p:txBody>
      </p:sp>
      <p:sp>
        <p:nvSpPr>
          <p:cNvPr id="556" name="Google Shape;556;p43"/>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Build the context diagram</a:t>
            </a:r>
            <a:endParaRPr/>
          </a:p>
          <a:p>
            <a:pPr indent="-320040" lvl="1" marL="621792" rtl="0" algn="l">
              <a:lnSpc>
                <a:spcPct val="90000"/>
              </a:lnSpc>
              <a:spcBef>
                <a:spcPts val="500"/>
              </a:spcBef>
              <a:spcAft>
                <a:spcPts val="0"/>
              </a:spcAft>
              <a:buSzPts val="1920"/>
              <a:buChar char="o"/>
            </a:pPr>
            <a:r>
              <a:rPr lang="en-US"/>
              <a:t>Identify the external entities and the major inflows they supply and the outflows they receive</a:t>
            </a:r>
            <a:endParaRPr/>
          </a:p>
          <a:p>
            <a:pPr indent="-292608" lvl="0" marL="292608" marR="0" rtl="0" algn="l">
              <a:lnSpc>
                <a:spcPct val="90000"/>
              </a:lnSpc>
              <a:spcBef>
                <a:spcPts val="1000"/>
              </a:spcBef>
              <a:spcAft>
                <a:spcPts val="0"/>
              </a:spcAft>
              <a:buClr>
                <a:schemeClr val="accent2"/>
              </a:buClr>
              <a:buSzPts val="2800"/>
              <a:buFont typeface="Arial"/>
              <a:buChar char="•"/>
            </a:pPr>
            <a:r>
              <a:rPr lang="en-US"/>
              <a:t>Identify all major processes encompassed by the Context Diagram</a:t>
            </a:r>
            <a:endParaRPr/>
          </a:p>
          <a:p>
            <a:pPr indent="-320040" lvl="1" marL="621792" rtl="0" algn="l">
              <a:lnSpc>
                <a:spcPct val="90000"/>
              </a:lnSpc>
              <a:spcBef>
                <a:spcPts val="500"/>
              </a:spcBef>
              <a:spcAft>
                <a:spcPts val="0"/>
              </a:spcAft>
              <a:buSzPts val="1920"/>
              <a:buChar char="o"/>
            </a:pPr>
            <a:r>
              <a:rPr lang="en-US"/>
              <a:t>Each major event / use case is “handled” by a process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Create DFD “fragments” for each event / use case</a:t>
            </a:r>
            <a:endParaRPr/>
          </a:p>
          <a:p>
            <a:pPr indent="-320040" lvl="1" marL="621792" rtl="0" algn="l">
              <a:lnSpc>
                <a:spcPct val="90000"/>
              </a:lnSpc>
              <a:spcBef>
                <a:spcPts val="500"/>
              </a:spcBef>
              <a:spcAft>
                <a:spcPts val="0"/>
              </a:spcAft>
              <a:buSzPts val="1920"/>
              <a:buChar char="o"/>
            </a:pPr>
            <a:r>
              <a:rPr lang="en-US"/>
              <a:t>Each DFD fragment is a mini-diagram showing the process and the external entities and data stores with which it interacts</a:t>
            </a:r>
            <a:endParaRPr/>
          </a:p>
        </p:txBody>
      </p:sp>
      <p:sp>
        <p:nvSpPr>
          <p:cNvPr id="557" name="Google Shape;557;p43"/>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558" name="Google Shape;558;p43"/>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44"/>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Creating Data Flow Diagrams </a:t>
            </a:r>
            <a:r>
              <a:rPr lang="en-US" sz="2000"/>
              <a:t>(2 of 2)</a:t>
            </a:r>
            <a:endParaRPr/>
          </a:p>
        </p:txBody>
      </p:sp>
      <p:sp>
        <p:nvSpPr>
          <p:cNvPr id="564" name="Google Shape;564;p44"/>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Organize DFD fragments into level 0 diagram</a:t>
            </a:r>
            <a:endParaRPr/>
          </a:p>
          <a:p>
            <a:pPr indent="-292608" lvl="0" marL="292608" marR="0" rtl="0" algn="l">
              <a:lnSpc>
                <a:spcPct val="90000"/>
              </a:lnSpc>
              <a:spcBef>
                <a:spcPts val="1000"/>
              </a:spcBef>
              <a:spcAft>
                <a:spcPts val="0"/>
              </a:spcAft>
              <a:buClr>
                <a:schemeClr val="accent2"/>
              </a:buClr>
              <a:buSzPts val="2800"/>
              <a:buFont typeface="Arial"/>
              <a:buChar char="•"/>
            </a:pPr>
            <a:r>
              <a:rPr lang="en-US"/>
              <a:t>Decompose each level 0 process into a level 1 diagram; decompose level 1 processes into level 2 diagrams as needed; etc.</a:t>
            </a:r>
            <a:endParaRPr/>
          </a:p>
          <a:p>
            <a:pPr indent="-292608" lvl="0" marL="292608" marR="0" rtl="0" algn="l">
              <a:lnSpc>
                <a:spcPct val="90000"/>
              </a:lnSpc>
              <a:spcBef>
                <a:spcPts val="1000"/>
              </a:spcBef>
              <a:spcAft>
                <a:spcPts val="0"/>
              </a:spcAft>
              <a:buClr>
                <a:schemeClr val="accent2"/>
              </a:buClr>
              <a:buSzPts val="2800"/>
              <a:buFont typeface="Arial"/>
              <a:buChar char="•"/>
            </a:pPr>
            <a:r>
              <a:rPr lang="en-US"/>
              <a:t>Validate DFDs with user to ensure completeness and correctness</a:t>
            </a:r>
            <a:endParaRPr/>
          </a:p>
        </p:txBody>
      </p:sp>
      <p:sp>
        <p:nvSpPr>
          <p:cNvPr id="565" name="Google Shape;565;p44"/>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566" name="Google Shape;566;p44"/>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45"/>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Illustration – Developing DFDs </a:t>
            </a:r>
            <a:endParaRPr/>
          </a:p>
        </p:txBody>
      </p:sp>
      <p:sp>
        <p:nvSpPr>
          <p:cNvPr id="572" name="Google Shape;572;p45"/>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SzPts val="2800"/>
              <a:buFont typeface="Calibri"/>
              <a:buAutoNum type="arabicPeriod"/>
            </a:pPr>
            <a:r>
              <a:rPr lang="en-US"/>
              <a:t>Creating the context diagram</a:t>
            </a:r>
            <a:endParaRPr/>
          </a:p>
          <a:p>
            <a:pPr indent="-514350" lvl="0" marL="514350" rtl="0" algn="l">
              <a:lnSpc>
                <a:spcPct val="90000"/>
              </a:lnSpc>
              <a:spcBef>
                <a:spcPts val="1000"/>
              </a:spcBef>
              <a:spcAft>
                <a:spcPts val="0"/>
              </a:spcAft>
              <a:buSzPts val="2800"/>
              <a:buFont typeface="Calibri"/>
              <a:buAutoNum type="arabicPeriod"/>
            </a:pPr>
            <a:r>
              <a:rPr lang="en-US"/>
              <a:t>Create a DFD “fragment” based on a use case</a:t>
            </a:r>
            <a:endParaRPr/>
          </a:p>
          <a:p>
            <a:pPr indent="-514350" lvl="0" marL="514350" rtl="0" algn="l">
              <a:lnSpc>
                <a:spcPct val="90000"/>
              </a:lnSpc>
              <a:spcBef>
                <a:spcPts val="1000"/>
              </a:spcBef>
              <a:spcAft>
                <a:spcPts val="0"/>
              </a:spcAft>
              <a:buSzPts val="2800"/>
              <a:buFont typeface="Calibri"/>
              <a:buAutoNum type="arabicPeriod"/>
            </a:pPr>
            <a:r>
              <a:rPr lang="en-US"/>
              <a:t>Merge DFD “fragment” diagrams into the Level 0 diagram</a:t>
            </a:r>
            <a:endParaRPr/>
          </a:p>
          <a:p>
            <a:pPr indent="-514350" lvl="0" marL="514350" rtl="0" algn="l">
              <a:lnSpc>
                <a:spcPct val="90000"/>
              </a:lnSpc>
              <a:spcBef>
                <a:spcPts val="1000"/>
              </a:spcBef>
              <a:spcAft>
                <a:spcPts val="0"/>
              </a:spcAft>
              <a:buSzPts val="2800"/>
              <a:buFont typeface="Calibri"/>
              <a:buAutoNum type="arabicPeriod"/>
            </a:pPr>
            <a:r>
              <a:rPr lang="en-US"/>
              <a:t>Develop level 1 diagrams for every process on the level 0 diagram</a:t>
            </a:r>
            <a:endParaRPr/>
          </a:p>
        </p:txBody>
      </p:sp>
      <p:sp>
        <p:nvSpPr>
          <p:cNvPr id="573" name="Google Shape;573;p45"/>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574" name="Google Shape;574;p45"/>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46"/>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Creating the Context Diagram</a:t>
            </a:r>
            <a:endParaRPr/>
          </a:p>
        </p:txBody>
      </p:sp>
      <p:sp>
        <p:nvSpPr>
          <p:cNvPr id="580" name="Google Shape;580;p46"/>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581" name="Google Shape;581;p46"/>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pic>
        <p:nvPicPr>
          <p:cNvPr descr="Data flow diagrams depicting event 2, assign flight request to pilot DFD fragments." id="582" name="Google Shape;582;p46"/>
          <p:cNvPicPr preferRelativeResize="0"/>
          <p:nvPr>
            <p:ph idx="1" type="body"/>
          </p:nvPr>
        </p:nvPicPr>
        <p:blipFill rotWithShape="1">
          <a:blip r:embed="rId3">
            <a:alphaModFix/>
          </a:blip>
          <a:srcRect b="0" l="0" r="0" t="0"/>
          <a:stretch/>
        </p:blipFill>
        <p:spPr>
          <a:xfrm>
            <a:off x="2505145" y="1753929"/>
            <a:ext cx="7181710" cy="4493141"/>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47"/>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Create a DFD “Fragment” Based on a Use Case</a:t>
            </a:r>
            <a:endParaRPr/>
          </a:p>
        </p:txBody>
      </p:sp>
      <p:sp>
        <p:nvSpPr>
          <p:cNvPr id="588" name="Google Shape;588;p47"/>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589" name="Google Shape;589;p47"/>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pic>
        <p:nvPicPr>
          <p:cNvPr descr="Data flow diagram depicting Level 2 diagrams for process 2.1 notifying pilots of new flight request. " id="590" name="Google Shape;590;p47"/>
          <p:cNvPicPr preferRelativeResize="0"/>
          <p:nvPr>
            <p:ph idx="1" type="body"/>
          </p:nvPr>
        </p:nvPicPr>
        <p:blipFill rotWithShape="1">
          <a:blip r:embed="rId3">
            <a:alphaModFix/>
          </a:blip>
          <a:srcRect b="0" l="0" r="0" t="0"/>
          <a:stretch/>
        </p:blipFill>
        <p:spPr>
          <a:xfrm>
            <a:off x="3251466" y="1752600"/>
            <a:ext cx="5689068" cy="44958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48"/>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accent1"/>
              </a:buClr>
              <a:buSzPct val="100000"/>
              <a:buFont typeface="Calibri"/>
              <a:buNone/>
            </a:pPr>
            <a:r>
              <a:rPr lang="en-US"/>
              <a:t>Merge DFD “Fragment” Diagrams into the Level 0 Diagram</a:t>
            </a:r>
            <a:endParaRPr/>
          </a:p>
        </p:txBody>
      </p:sp>
      <p:sp>
        <p:nvSpPr>
          <p:cNvPr id="596" name="Google Shape;596;p48"/>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597" name="Google Shape;597;p48"/>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pic>
        <p:nvPicPr>
          <p:cNvPr descr="Data flow diagram depicting Level 2 diagrams for process 2.2 pilot submits bid." id="598" name="Google Shape;598;p48"/>
          <p:cNvPicPr preferRelativeResize="0"/>
          <p:nvPr>
            <p:ph idx="1" type="body"/>
          </p:nvPr>
        </p:nvPicPr>
        <p:blipFill rotWithShape="1">
          <a:blip r:embed="rId3">
            <a:alphaModFix/>
          </a:blip>
          <a:srcRect b="0" l="0" r="0" t="0"/>
          <a:stretch/>
        </p:blipFill>
        <p:spPr>
          <a:xfrm>
            <a:off x="3048391" y="1752600"/>
            <a:ext cx="6095218" cy="44958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49"/>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Level 1 – Process 3: Create Parts Request</a:t>
            </a:r>
            <a:endParaRPr/>
          </a:p>
        </p:txBody>
      </p:sp>
      <p:sp>
        <p:nvSpPr>
          <p:cNvPr id="604" name="Google Shape;604;p49"/>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605" name="Google Shape;605;p49"/>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pic>
        <p:nvPicPr>
          <p:cNvPr descr="Data flow diagram depicting Level 2 diagrams for process 2.3 select winning flight bid." id="606" name="Google Shape;606;p49"/>
          <p:cNvPicPr preferRelativeResize="0"/>
          <p:nvPr>
            <p:ph idx="1" type="body"/>
          </p:nvPr>
        </p:nvPicPr>
        <p:blipFill rotWithShape="1">
          <a:blip r:embed="rId3">
            <a:alphaModFix/>
          </a:blip>
          <a:srcRect b="0" l="0" r="0" t="0"/>
          <a:stretch/>
        </p:blipFill>
        <p:spPr>
          <a:xfrm>
            <a:off x="3108252" y="1752600"/>
            <a:ext cx="5975495" cy="44958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50"/>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Level 1 – Process 4: Record Receipt of Components</a:t>
            </a:r>
            <a:endParaRPr/>
          </a:p>
        </p:txBody>
      </p:sp>
      <p:sp>
        <p:nvSpPr>
          <p:cNvPr id="612" name="Google Shape;612;p50"/>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613" name="Google Shape;613;p50"/>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pic>
        <p:nvPicPr>
          <p:cNvPr descr="Data flow diagram depicting Process 1 - check out process - with four subprocesses leading to automated clearing house." id="614" name="Google Shape;614;p50"/>
          <p:cNvPicPr preferRelativeResize="0"/>
          <p:nvPr>
            <p:ph idx="1" type="body"/>
          </p:nvPr>
        </p:nvPicPr>
        <p:blipFill rotWithShape="1">
          <a:blip r:embed="rId3">
            <a:alphaModFix/>
          </a:blip>
          <a:srcRect b="0" l="0" r="0" t="0"/>
          <a:stretch/>
        </p:blipFill>
        <p:spPr>
          <a:xfrm>
            <a:off x="2926516" y="1752600"/>
            <a:ext cx="6338968" cy="44958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51"/>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Level 1 – Process 5: Finalize Parts Request</a:t>
            </a:r>
            <a:endParaRPr/>
          </a:p>
        </p:txBody>
      </p:sp>
      <p:sp>
        <p:nvSpPr>
          <p:cNvPr id="620" name="Google Shape;620;p51"/>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621" name="Google Shape;621;p51"/>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pic>
        <p:nvPicPr>
          <p:cNvPr descr="Data flow diagram depicting a client services company inventory management system level 1 DFD." id="622" name="Google Shape;622;p51"/>
          <p:cNvPicPr preferRelativeResize="0"/>
          <p:nvPr>
            <p:ph idx="1" type="body"/>
          </p:nvPr>
        </p:nvPicPr>
        <p:blipFill rotWithShape="1">
          <a:blip r:embed="rId3">
            <a:alphaModFix/>
          </a:blip>
          <a:srcRect b="0" l="0" r="0" t="0"/>
          <a:stretch/>
        </p:blipFill>
        <p:spPr>
          <a:xfrm>
            <a:off x="2206415" y="1802701"/>
            <a:ext cx="7779170" cy="4395597"/>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52"/>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Validating the Data Flow Diagrams </a:t>
            </a:r>
            <a:r>
              <a:rPr lang="en-US" sz="2000"/>
              <a:t>(1 of 2)</a:t>
            </a:r>
            <a:endParaRPr/>
          </a:p>
        </p:txBody>
      </p:sp>
      <p:graphicFrame>
        <p:nvGraphicFramePr>
          <p:cNvPr descr="Table is accessible to screen readers." id="628" name="Google Shape;628;p52"/>
          <p:cNvGraphicFramePr/>
          <p:nvPr/>
        </p:nvGraphicFramePr>
        <p:xfrm>
          <a:off x="406400" y="1752600"/>
          <a:ext cx="3000000" cy="3000000"/>
        </p:xfrm>
        <a:graphic>
          <a:graphicData uri="http://schemas.openxmlformats.org/drawingml/2006/table">
            <a:tbl>
              <a:tblPr>
                <a:noFill/>
                <a:tableStyleId>{55E0423B-A8D1-4385-9074-894E6EF90EFB}</a:tableStyleId>
              </a:tblPr>
              <a:tblGrid>
                <a:gridCol w="1627950"/>
                <a:gridCol w="9751250"/>
              </a:tblGrid>
              <a:tr h="183125">
                <a:tc>
                  <a:txBody>
                    <a:bodyPr/>
                    <a:lstStyle/>
                    <a:p>
                      <a:pPr indent="0" lvl="0" marL="0" marR="0" rtl="0" algn="l">
                        <a:lnSpc>
                          <a:spcPct val="100000"/>
                        </a:lnSpc>
                        <a:spcBef>
                          <a:spcPts val="0"/>
                        </a:spcBef>
                        <a:spcAft>
                          <a:spcPts val="0"/>
                        </a:spcAft>
                        <a:buClr>
                          <a:schemeClr val="dk1"/>
                        </a:buClr>
                        <a:buSzPts val="1200"/>
                        <a:buFont typeface="Calibri"/>
                        <a:buNone/>
                      </a:pPr>
                      <a:r>
                        <a:rPr b="1" lang="en-US" sz="1200" u="none" cap="none" strike="noStrike"/>
                        <a:t>Within D</a:t>
                      </a:r>
                      <a:r>
                        <a:rPr b="1" lang="en-US" sz="100" u="none" cap="none" strike="noStrike"/>
                        <a:t> </a:t>
                      </a:r>
                      <a:r>
                        <a:rPr b="1" lang="en-US" sz="1200" u="none" cap="none" strike="noStrike"/>
                        <a:t>F</a:t>
                      </a:r>
                      <a:r>
                        <a:rPr b="1" lang="en-US" sz="100" u="none" cap="none" strike="noStrike"/>
                        <a:t> </a:t>
                      </a:r>
                      <a:r>
                        <a:rPr b="1" lang="en-US" sz="1200" u="none" cap="none" strike="noStrike"/>
                        <a:t>D</a:t>
                      </a:r>
                      <a:endParaRPr/>
                    </a:p>
                  </a:txBody>
                  <a:tcPr marT="45725" marB="45725" marR="122825" marL="122825"/>
                </a:tc>
                <a:tc>
                  <a:txBody>
                    <a:bodyPr/>
                    <a:lstStyle/>
                    <a:p>
                      <a:pPr indent="0" lvl="0" marL="0" marR="0" rtl="0" algn="l">
                        <a:spcBef>
                          <a:spcPts val="0"/>
                        </a:spcBef>
                        <a:spcAft>
                          <a:spcPts val="0"/>
                        </a:spcAft>
                        <a:buNone/>
                      </a:pPr>
                      <a:r>
                        <a:t/>
                      </a:r>
                      <a:endParaRPr sz="1200"/>
                    </a:p>
                  </a:txBody>
                  <a:tcPr marT="45725" marB="45725" marR="122825" marL="122825"/>
                </a:tc>
              </a:tr>
              <a:tr h="702600">
                <a:tc>
                  <a:txBody>
                    <a:bodyPr/>
                    <a:lstStyle/>
                    <a:p>
                      <a:pPr indent="0" lvl="0" marL="0" marR="0" rtl="0" algn="l">
                        <a:spcBef>
                          <a:spcPts val="0"/>
                        </a:spcBef>
                        <a:spcAft>
                          <a:spcPts val="0"/>
                        </a:spcAft>
                        <a:buNone/>
                      </a:pPr>
                      <a:r>
                        <a:rPr b="0" i="0" lang="en-US" sz="1200" u="none" strike="noStrike">
                          <a:solidFill>
                            <a:schemeClr val="dk1"/>
                          </a:solidFill>
                          <a:latin typeface="Calibri"/>
                          <a:ea typeface="Calibri"/>
                          <a:cs typeface="Calibri"/>
                          <a:sym typeface="Calibri"/>
                        </a:rPr>
                        <a:t>Process</a:t>
                      </a:r>
                      <a:endParaRPr sz="1200"/>
                    </a:p>
                  </a:txBody>
                  <a:tcPr marT="45725" marB="45725" marR="122825" marL="122825"/>
                </a:tc>
                <a:tc>
                  <a:txBody>
                    <a:bodyPr/>
                    <a:lstStyle/>
                    <a:p>
                      <a:pPr indent="-182563" lvl="0" marL="182563" marR="0" rtl="0" algn="l">
                        <a:spcBef>
                          <a:spcPts val="0"/>
                        </a:spcBef>
                        <a:spcAft>
                          <a:spcPts val="0"/>
                        </a:spcAft>
                        <a:buClr>
                          <a:schemeClr val="dk1"/>
                        </a:buClr>
                        <a:buSzPts val="1200"/>
                        <a:buFont typeface="Arial"/>
                        <a:buChar char="•"/>
                      </a:pPr>
                      <a:r>
                        <a:rPr b="0" i="0" lang="en-US" sz="1200" u="none" strike="noStrike">
                          <a:solidFill>
                            <a:schemeClr val="dk1"/>
                          </a:solidFill>
                          <a:latin typeface="Calibri"/>
                          <a:ea typeface="Calibri"/>
                          <a:cs typeface="Calibri"/>
                          <a:sym typeface="Calibri"/>
                        </a:rPr>
                        <a:t>Every process has a unique name that is an action-oriented verb phrase, a number, and a description.</a:t>
                      </a:r>
                      <a:endParaRPr/>
                    </a:p>
                    <a:p>
                      <a:pPr indent="-182563" lvl="0" marL="182563" marR="0" rtl="0" algn="l">
                        <a:spcBef>
                          <a:spcPts val="0"/>
                        </a:spcBef>
                        <a:spcAft>
                          <a:spcPts val="0"/>
                        </a:spcAft>
                        <a:buClr>
                          <a:schemeClr val="dk1"/>
                        </a:buClr>
                        <a:buSzPts val="1200"/>
                        <a:buFont typeface="Arial"/>
                        <a:buChar char="•"/>
                      </a:pPr>
                      <a:r>
                        <a:rPr b="0" i="0" lang="en-US" sz="1200" u="none" strike="noStrike">
                          <a:solidFill>
                            <a:schemeClr val="dk1"/>
                          </a:solidFill>
                          <a:latin typeface="Calibri"/>
                          <a:ea typeface="Calibri"/>
                          <a:cs typeface="Calibri"/>
                          <a:sym typeface="Calibri"/>
                        </a:rPr>
                        <a:t>Every process has at least one input data flow.</a:t>
                      </a:r>
                      <a:endParaRPr/>
                    </a:p>
                    <a:p>
                      <a:pPr indent="-182563" lvl="0" marL="182563" marR="0" rtl="0" algn="l">
                        <a:spcBef>
                          <a:spcPts val="0"/>
                        </a:spcBef>
                        <a:spcAft>
                          <a:spcPts val="0"/>
                        </a:spcAft>
                        <a:buClr>
                          <a:schemeClr val="dk1"/>
                        </a:buClr>
                        <a:buSzPts val="1200"/>
                        <a:buFont typeface="Arial"/>
                        <a:buChar char="•"/>
                      </a:pPr>
                      <a:r>
                        <a:rPr b="0" i="0" lang="en-US" sz="1200" u="none" strike="noStrike">
                          <a:solidFill>
                            <a:schemeClr val="dk1"/>
                          </a:solidFill>
                          <a:latin typeface="Calibri"/>
                          <a:ea typeface="Calibri"/>
                          <a:cs typeface="Calibri"/>
                          <a:sym typeface="Calibri"/>
                        </a:rPr>
                        <a:t>Every process has at least one output data flow.</a:t>
                      </a:r>
                      <a:endParaRPr/>
                    </a:p>
                    <a:p>
                      <a:pPr indent="-182563" lvl="0" marL="182563" marR="0" rtl="0" algn="l">
                        <a:spcBef>
                          <a:spcPts val="0"/>
                        </a:spcBef>
                        <a:spcAft>
                          <a:spcPts val="0"/>
                        </a:spcAft>
                        <a:buClr>
                          <a:schemeClr val="dk1"/>
                        </a:buClr>
                        <a:buSzPts val="1200"/>
                        <a:buFont typeface="Arial"/>
                        <a:buChar char="•"/>
                      </a:pPr>
                      <a:r>
                        <a:rPr b="0" i="0" lang="en-US" sz="1200" u="none" strike="noStrike">
                          <a:solidFill>
                            <a:schemeClr val="dk1"/>
                          </a:solidFill>
                          <a:latin typeface="Calibri"/>
                          <a:ea typeface="Calibri"/>
                          <a:cs typeface="Calibri"/>
                          <a:sym typeface="Calibri"/>
                        </a:rPr>
                        <a:t>Output data flows usually have different names than input data flows because the process changes the input into a different output in some way.</a:t>
                      </a:r>
                      <a:endParaRPr/>
                    </a:p>
                    <a:p>
                      <a:pPr indent="-182563" lvl="0" marL="182563" marR="0" rtl="0" algn="l">
                        <a:spcBef>
                          <a:spcPts val="0"/>
                        </a:spcBef>
                        <a:spcAft>
                          <a:spcPts val="0"/>
                        </a:spcAft>
                        <a:buClr>
                          <a:schemeClr val="dk1"/>
                        </a:buClr>
                        <a:buSzPts val="1200"/>
                        <a:buFont typeface="Arial"/>
                        <a:buChar char="•"/>
                      </a:pPr>
                      <a:r>
                        <a:rPr b="0" i="0" lang="en-US" sz="1200" u="none" strike="noStrike">
                          <a:solidFill>
                            <a:schemeClr val="dk1"/>
                          </a:solidFill>
                          <a:latin typeface="Calibri"/>
                          <a:ea typeface="Calibri"/>
                          <a:cs typeface="Calibri"/>
                          <a:sym typeface="Calibri"/>
                        </a:rPr>
                        <a:t>There are between three and seven processes per D</a:t>
                      </a:r>
                      <a:r>
                        <a:rPr b="0" i="0" lang="en-US" sz="100" u="none" strike="noStrike">
                          <a:solidFill>
                            <a:schemeClr val="dk1"/>
                          </a:solidFill>
                          <a:latin typeface="Calibri"/>
                          <a:ea typeface="Calibri"/>
                          <a:cs typeface="Calibri"/>
                          <a:sym typeface="Calibri"/>
                        </a:rPr>
                        <a:t> </a:t>
                      </a:r>
                      <a:r>
                        <a:rPr b="0" i="0" lang="en-US" sz="1200" u="none" strike="noStrike">
                          <a:solidFill>
                            <a:schemeClr val="dk1"/>
                          </a:solidFill>
                          <a:latin typeface="Calibri"/>
                          <a:ea typeface="Calibri"/>
                          <a:cs typeface="Calibri"/>
                          <a:sym typeface="Calibri"/>
                        </a:rPr>
                        <a:t>F</a:t>
                      </a:r>
                      <a:r>
                        <a:rPr b="0" i="0" lang="en-US" sz="100" u="none" strike="noStrike">
                          <a:solidFill>
                            <a:schemeClr val="dk1"/>
                          </a:solidFill>
                          <a:latin typeface="Calibri"/>
                          <a:ea typeface="Calibri"/>
                          <a:cs typeface="Calibri"/>
                          <a:sym typeface="Calibri"/>
                        </a:rPr>
                        <a:t> </a:t>
                      </a:r>
                      <a:r>
                        <a:rPr b="0" i="0" lang="en-US" sz="1200" u="none" strike="noStrike">
                          <a:solidFill>
                            <a:schemeClr val="dk1"/>
                          </a:solidFill>
                          <a:latin typeface="Calibri"/>
                          <a:ea typeface="Calibri"/>
                          <a:cs typeface="Calibri"/>
                          <a:sym typeface="Calibri"/>
                        </a:rPr>
                        <a:t>D.</a:t>
                      </a:r>
                      <a:endParaRPr sz="1200"/>
                    </a:p>
                  </a:txBody>
                  <a:tcPr marT="45725" marB="45725" marR="122825" marL="122825"/>
                </a:tc>
              </a:tr>
              <a:tr h="486400">
                <a:tc>
                  <a:txBody>
                    <a:bodyPr/>
                    <a:lstStyle/>
                    <a:p>
                      <a:pPr indent="0" lvl="0" marL="0" marR="0" rtl="0" algn="l">
                        <a:spcBef>
                          <a:spcPts val="0"/>
                        </a:spcBef>
                        <a:spcAft>
                          <a:spcPts val="0"/>
                        </a:spcAft>
                        <a:buNone/>
                      </a:pPr>
                      <a:r>
                        <a:rPr b="0" i="0" lang="en-US" sz="1200" u="none" strike="noStrike">
                          <a:solidFill>
                            <a:schemeClr val="dk1"/>
                          </a:solidFill>
                          <a:latin typeface="Calibri"/>
                          <a:ea typeface="Calibri"/>
                          <a:cs typeface="Calibri"/>
                          <a:sym typeface="Calibri"/>
                        </a:rPr>
                        <a:t>Data Flow</a:t>
                      </a:r>
                      <a:endParaRPr sz="1200"/>
                    </a:p>
                  </a:txBody>
                  <a:tcPr marT="45725" marB="45725" marR="122825" marL="122825"/>
                </a:tc>
                <a:tc>
                  <a:txBody>
                    <a:bodyPr/>
                    <a:lstStyle/>
                    <a:p>
                      <a:pPr indent="-182563" lvl="0" marL="182563" marR="0" rtl="0" algn="l">
                        <a:spcBef>
                          <a:spcPts val="0"/>
                        </a:spcBef>
                        <a:spcAft>
                          <a:spcPts val="0"/>
                        </a:spcAft>
                        <a:buClr>
                          <a:schemeClr val="dk1"/>
                        </a:buClr>
                        <a:buSzPts val="1200"/>
                        <a:buFont typeface="Arial"/>
                        <a:buChar char="•"/>
                      </a:pPr>
                      <a:r>
                        <a:rPr b="0" i="0" lang="en-US" sz="1200" u="none" strike="noStrike">
                          <a:solidFill>
                            <a:schemeClr val="dk1"/>
                          </a:solidFill>
                          <a:latin typeface="Calibri"/>
                          <a:ea typeface="Calibri"/>
                          <a:cs typeface="Calibri"/>
                          <a:sym typeface="Calibri"/>
                        </a:rPr>
                        <a:t>Every data flow has a unique name that is a noun, and a description.</a:t>
                      </a:r>
                      <a:endParaRPr/>
                    </a:p>
                    <a:p>
                      <a:pPr indent="-182563" lvl="0" marL="182563" marR="0" rtl="0" algn="l">
                        <a:spcBef>
                          <a:spcPts val="0"/>
                        </a:spcBef>
                        <a:spcAft>
                          <a:spcPts val="0"/>
                        </a:spcAft>
                        <a:buClr>
                          <a:schemeClr val="dk1"/>
                        </a:buClr>
                        <a:buSzPts val="1200"/>
                        <a:buFont typeface="Arial"/>
                        <a:buChar char="•"/>
                      </a:pPr>
                      <a:r>
                        <a:rPr b="0" i="0" lang="en-US" sz="1200" u="none" strike="noStrike">
                          <a:solidFill>
                            <a:schemeClr val="dk1"/>
                          </a:solidFill>
                          <a:latin typeface="Calibri"/>
                          <a:ea typeface="Calibri"/>
                          <a:cs typeface="Calibri"/>
                          <a:sym typeface="Calibri"/>
                        </a:rPr>
                        <a:t>Every data flow connects to at least one process.</a:t>
                      </a:r>
                      <a:endParaRPr/>
                    </a:p>
                    <a:p>
                      <a:pPr indent="-182563" lvl="0" marL="182563" marR="0" rtl="0" algn="l">
                        <a:spcBef>
                          <a:spcPts val="0"/>
                        </a:spcBef>
                        <a:spcAft>
                          <a:spcPts val="0"/>
                        </a:spcAft>
                        <a:buClr>
                          <a:schemeClr val="dk1"/>
                        </a:buClr>
                        <a:buSzPts val="1200"/>
                        <a:buFont typeface="Arial"/>
                        <a:buChar char="•"/>
                      </a:pPr>
                      <a:r>
                        <a:rPr b="0" i="0" lang="en-US" sz="1200" u="none" strike="noStrike">
                          <a:solidFill>
                            <a:schemeClr val="dk1"/>
                          </a:solidFill>
                          <a:latin typeface="Calibri"/>
                          <a:ea typeface="Calibri"/>
                          <a:cs typeface="Calibri"/>
                          <a:sym typeface="Calibri"/>
                        </a:rPr>
                        <a:t>Data flows only in one direction (no two-headed arrows).</a:t>
                      </a:r>
                      <a:endParaRPr/>
                    </a:p>
                    <a:p>
                      <a:pPr indent="-182563" lvl="0" marL="182563" marR="0" rtl="0" algn="l">
                        <a:spcBef>
                          <a:spcPts val="0"/>
                        </a:spcBef>
                        <a:spcAft>
                          <a:spcPts val="0"/>
                        </a:spcAft>
                        <a:buClr>
                          <a:schemeClr val="dk1"/>
                        </a:buClr>
                        <a:buSzPts val="1200"/>
                        <a:buFont typeface="Arial"/>
                        <a:buChar char="•"/>
                      </a:pPr>
                      <a:r>
                        <a:rPr b="0" i="0" lang="en-US" sz="1200" u="none" strike="noStrike">
                          <a:solidFill>
                            <a:schemeClr val="dk1"/>
                          </a:solidFill>
                          <a:latin typeface="Calibri"/>
                          <a:ea typeface="Calibri"/>
                          <a:cs typeface="Calibri"/>
                          <a:sym typeface="Calibri"/>
                        </a:rPr>
                        <a:t>A minimum number of data flow lines cross.</a:t>
                      </a:r>
                      <a:endParaRPr sz="1200"/>
                    </a:p>
                  </a:txBody>
                  <a:tcPr marT="45725" marB="45725" marR="122825" marL="122825"/>
                </a:tc>
              </a:tr>
              <a:tr h="594500">
                <a:tc>
                  <a:txBody>
                    <a:bodyPr/>
                    <a:lstStyle/>
                    <a:p>
                      <a:pPr indent="0" lvl="0" marL="0" marR="0" rtl="0" algn="l">
                        <a:spcBef>
                          <a:spcPts val="0"/>
                        </a:spcBef>
                        <a:spcAft>
                          <a:spcPts val="0"/>
                        </a:spcAft>
                        <a:buNone/>
                      </a:pPr>
                      <a:r>
                        <a:rPr b="0" i="0" lang="en-US" sz="1200" u="none" strike="noStrike">
                          <a:solidFill>
                            <a:schemeClr val="dk1"/>
                          </a:solidFill>
                          <a:latin typeface="Calibri"/>
                          <a:ea typeface="Calibri"/>
                          <a:cs typeface="Calibri"/>
                          <a:sym typeface="Calibri"/>
                        </a:rPr>
                        <a:t>Data Store</a:t>
                      </a:r>
                      <a:endParaRPr sz="1200"/>
                    </a:p>
                  </a:txBody>
                  <a:tcPr marT="45725" marB="45725" marR="122825" marL="122825"/>
                </a:tc>
                <a:tc>
                  <a:txBody>
                    <a:bodyPr/>
                    <a:lstStyle/>
                    <a:p>
                      <a:pPr indent="-182563" lvl="0" marL="182563" marR="0" rtl="0" algn="l">
                        <a:spcBef>
                          <a:spcPts val="0"/>
                        </a:spcBef>
                        <a:spcAft>
                          <a:spcPts val="0"/>
                        </a:spcAft>
                        <a:buClr>
                          <a:schemeClr val="dk1"/>
                        </a:buClr>
                        <a:buSzPts val="1200"/>
                        <a:buFont typeface="Arial"/>
                        <a:buChar char="•"/>
                      </a:pPr>
                      <a:r>
                        <a:rPr b="0" i="0" lang="en-US" sz="1200" u="none" strike="noStrike">
                          <a:solidFill>
                            <a:schemeClr val="dk1"/>
                          </a:solidFill>
                          <a:latin typeface="Calibri"/>
                          <a:ea typeface="Calibri"/>
                          <a:cs typeface="Calibri"/>
                          <a:sym typeface="Calibri"/>
                        </a:rPr>
                        <a:t>Every data store has a unique name that is a noun, and a description.</a:t>
                      </a:r>
                      <a:endParaRPr/>
                    </a:p>
                    <a:p>
                      <a:pPr indent="-182563" lvl="0" marL="182563" marR="0" rtl="0" algn="l">
                        <a:spcBef>
                          <a:spcPts val="0"/>
                        </a:spcBef>
                        <a:spcAft>
                          <a:spcPts val="0"/>
                        </a:spcAft>
                        <a:buClr>
                          <a:schemeClr val="dk1"/>
                        </a:buClr>
                        <a:buSzPts val="1200"/>
                        <a:buFont typeface="Arial"/>
                        <a:buChar char="•"/>
                      </a:pPr>
                      <a:r>
                        <a:rPr b="0" i="0" lang="en-US" sz="1200" u="none" strike="noStrike">
                          <a:solidFill>
                            <a:schemeClr val="dk1"/>
                          </a:solidFill>
                          <a:latin typeface="Calibri"/>
                          <a:ea typeface="Calibri"/>
                          <a:cs typeface="Calibri"/>
                          <a:sym typeface="Calibri"/>
                        </a:rPr>
                        <a:t>Every data store has at least one input data flow (which means to add new data or change existing data in the data store) on some page of the process model.</a:t>
                      </a:r>
                      <a:endParaRPr/>
                    </a:p>
                    <a:p>
                      <a:pPr indent="-182563" lvl="0" marL="182563" marR="0" rtl="0" algn="l">
                        <a:spcBef>
                          <a:spcPts val="0"/>
                        </a:spcBef>
                        <a:spcAft>
                          <a:spcPts val="0"/>
                        </a:spcAft>
                        <a:buClr>
                          <a:schemeClr val="dk1"/>
                        </a:buClr>
                        <a:buSzPts val="1200"/>
                        <a:buFont typeface="Arial"/>
                        <a:buChar char="•"/>
                      </a:pPr>
                      <a:r>
                        <a:rPr b="0" i="0" lang="en-US" sz="1200" u="none" strike="noStrike">
                          <a:solidFill>
                            <a:schemeClr val="dk1"/>
                          </a:solidFill>
                          <a:latin typeface="Calibri"/>
                          <a:ea typeface="Calibri"/>
                          <a:cs typeface="Calibri"/>
                          <a:sym typeface="Calibri"/>
                        </a:rPr>
                        <a:t>Every data store has at least one output data flow (which means to read data from the data store) on some page of the process model.</a:t>
                      </a:r>
                      <a:endParaRPr sz="1200"/>
                    </a:p>
                  </a:txBody>
                  <a:tcPr marT="45725" marB="45725" marR="122825" marL="122825"/>
                </a:tc>
              </a:tr>
              <a:tr h="270225">
                <a:tc>
                  <a:txBody>
                    <a:bodyPr/>
                    <a:lstStyle/>
                    <a:p>
                      <a:pPr indent="0" lvl="0" marL="0" marR="0" rtl="0" algn="l">
                        <a:spcBef>
                          <a:spcPts val="0"/>
                        </a:spcBef>
                        <a:spcAft>
                          <a:spcPts val="0"/>
                        </a:spcAft>
                        <a:buNone/>
                      </a:pPr>
                      <a:r>
                        <a:rPr b="0" i="0" lang="en-US" sz="1200" u="none" strike="noStrike">
                          <a:solidFill>
                            <a:schemeClr val="dk1"/>
                          </a:solidFill>
                          <a:latin typeface="Calibri"/>
                          <a:ea typeface="Calibri"/>
                          <a:cs typeface="Calibri"/>
                          <a:sym typeface="Calibri"/>
                        </a:rPr>
                        <a:t>External Entity</a:t>
                      </a:r>
                      <a:endParaRPr sz="1200"/>
                    </a:p>
                  </a:txBody>
                  <a:tcPr marT="45725" marB="45725" marR="122825" marL="122825"/>
                </a:tc>
                <a:tc>
                  <a:txBody>
                    <a:bodyPr/>
                    <a:lstStyle/>
                    <a:p>
                      <a:pPr indent="-182563" lvl="0" marL="182563" marR="0" rtl="0" algn="l">
                        <a:spcBef>
                          <a:spcPts val="0"/>
                        </a:spcBef>
                        <a:spcAft>
                          <a:spcPts val="0"/>
                        </a:spcAft>
                        <a:buClr>
                          <a:schemeClr val="dk1"/>
                        </a:buClr>
                        <a:buSzPts val="1200"/>
                        <a:buFont typeface="Arial"/>
                        <a:buChar char="•"/>
                      </a:pPr>
                      <a:r>
                        <a:rPr b="0" i="0" lang="en-US" sz="1200" u="none" strike="noStrike">
                          <a:solidFill>
                            <a:schemeClr val="dk1"/>
                          </a:solidFill>
                          <a:latin typeface="Calibri"/>
                          <a:ea typeface="Calibri"/>
                          <a:cs typeface="Calibri"/>
                          <a:sym typeface="Calibri"/>
                        </a:rPr>
                        <a:t>Every external entity has a unique name that is a noun, and a description.</a:t>
                      </a:r>
                      <a:endParaRPr/>
                    </a:p>
                    <a:p>
                      <a:pPr indent="-182563" lvl="0" marL="182563" marR="0" rtl="0" algn="l">
                        <a:spcBef>
                          <a:spcPts val="0"/>
                        </a:spcBef>
                        <a:spcAft>
                          <a:spcPts val="0"/>
                        </a:spcAft>
                        <a:buClr>
                          <a:schemeClr val="dk1"/>
                        </a:buClr>
                        <a:buSzPts val="1200"/>
                        <a:buFont typeface="Arial"/>
                        <a:buChar char="•"/>
                      </a:pPr>
                      <a:r>
                        <a:rPr b="0" i="0" lang="en-US" sz="1200" u="none" strike="noStrike">
                          <a:solidFill>
                            <a:schemeClr val="dk1"/>
                          </a:solidFill>
                          <a:latin typeface="Calibri"/>
                          <a:ea typeface="Calibri"/>
                          <a:cs typeface="Calibri"/>
                          <a:sym typeface="Calibri"/>
                        </a:rPr>
                        <a:t>Every external entity has at least one input or output data flow.</a:t>
                      </a:r>
                      <a:endParaRPr sz="1200"/>
                    </a:p>
                  </a:txBody>
                  <a:tcPr marT="45725" marB="45725" marR="122825" marL="122825"/>
                </a:tc>
              </a:tr>
            </a:tbl>
          </a:graphicData>
        </a:graphic>
      </p:graphicFrame>
      <p:sp>
        <p:nvSpPr>
          <p:cNvPr id="629" name="Google Shape;629;p52"/>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630" name="Google Shape;630;p52"/>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©2021 John Wiley &amp; Sons, Inc.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53"/>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Validating the Data Flow Diagrams </a:t>
            </a:r>
            <a:r>
              <a:rPr lang="en-US" sz="2000"/>
              <a:t>(2 of 2)</a:t>
            </a:r>
            <a:endParaRPr/>
          </a:p>
        </p:txBody>
      </p:sp>
      <p:graphicFrame>
        <p:nvGraphicFramePr>
          <p:cNvPr descr="Table is accessible to screen readers." id="636" name="Google Shape;636;p53"/>
          <p:cNvGraphicFramePr/>
          <p:nvPr/>
        </p:nvGraphicFramePr>
        <p:xfrm>
          <a:off x="406400" y="1752600"/>
          <a:ext cx="3000000" cy="3000000"/>
        </p:xfrm>
        <a:graphic>
          <a:graphicData uri="http://schemas.openxmlformats.org/drawingml/2006/table">
            <a:tbl>
              <a:tblPr>
                <a:noFill/>
                <a:tableStyleId>{55E0423B-A8D1-4385-9074-894E6EF90EFB}</a:tableStyleId>
              </a:tblPr>
              <a:tblGrid>
                <a:gridCol w="3514750"/>
                <a:gridCol w="7863275"/>
              </a:tblGrid>
              <a:tr h="231450">
                <a:tc>
                  <a:txBody>
                    <a:bodyPr/>
                    <a:lstStyle/>
                    <a:p>
                      <a:pPr indent="84138" lvl="0" marL="0" marR="0" rtl="0" algn="l">
                        <a:lnSpc>
                          <a:spcPct val="100000"/>
                        </a:lnSpc>
                        <a:spcBef>
                          <a:spcPts val="0"/>
                        </a:spcBef>
                        <a:spcAft>
                          <a:spcPts val="0"/>
                        </a:spcAft>
                        <a:buClr>
                          <a:schemeClr val="dk1"/>
                        </a:buClr>
                        <a:buSzPts val="1600"/>
                        <a:buFont typeface="Calibri"/>
                        <a:buNone/>
                      </a:pPr>
                      <a:r>
                        <a:rPr b="1" lang="en-US" sz="1600"/>
                        <a:t>Across D</a:t>
                      </a:r>
                      <a:r>
                        <a:rPr b="1" lang="en-US" sz="100"/>
                        <a:t> </a:t>
                      </a:r>
                      <a:r>
                        <a:rPr b="1" lang="en-US" sz="1600"/>
                        <a:t>F</a:t>
                      </a:r>
                      <a:r>
                        <a:rPr b="1" lang="en-US" sz="100"/>
                        <a:t> </a:t>
                      </a:r>
                      <a:r>
                        <a:rPr b="1" lang="en-US" sz="1600"/>
                        <a:t>Ds</a:t>
                      </a:r>
                      <a:endParaRPr/>
                    </a:p>
                  </a:txBody>
                  <a:tcPr marT="45725" marB="45725" marR="21950" marL="21950"/>
                </a:tc>
                <a:tc>
                  <a:txBody>
                    <a:bodyPr/>
                    <a:lstStyle/>
                    <a:p>
                      <a:pPr indent="0" lvl="0" marL="0" marR="0" rtl="0" algn="l">
                        <a:spcBef>
                          <a:spcPts val="0"/>
                        </a:spcBef>
                        <a:spcAft>
                          <a:spcPts val="0"/>
                        </a:spcAft>
                        <a:buNone/>
                      </a:pPr>
                      <a:r>
                        <a:t/>
                      </a:r>
                      <a:endParaRPr sz="1600"/>
                    </a:p>
                  </a:txBody>
                  <a:tcPr marT="45725" marB="45725" marR="21950" marL="21950"/>
                </a:tc>
              </a:tr>
              <a:tr h="231450">
                <a:tc>
                  <a:txBody>
                    <a:bodyPr/>
                    <a:lstStyle/>
                    <a:p>
                      <a:pPr indent="84138" lvl="0" marL="0" marR="0" rtl="0" algn="l">
                        <a:spcBef>
                          <a:spcPts val="0"/>
                        </a:spcBef>
                        <a:spcAft>
                          <a:spcPts val="0"/>
                        </a:spcAft>
                        <a:buNone/>
                      </a:pPr>
                      <a:r>
                        <a:rPr b="0" i="0" lang="en-US" sz="1600" u="none" strike="noStrike">
                          <a:solidFill>
                            <a:schemeClr val="dk1"/>
                          </a:solidFill>
                          <a:latin typeface="Calibri"/>
                          <a:ea typeface="Calibri"/>
                          <a:cs typeface="Calibri"/>
                          <a:sym typeface="Calibri"/>
                        </a:rPr>
                        <a:t>Context diagram</a:t>
                      </a:r>
                      <a:endParaRPr sz="1600"/>
                    </a:p>
                  </a:txBody>
                  <a:tcPr marT="45725" marB="45725" marR="21950" marL="21950"/>
                </a:tc>
                <a:tc>
                  <a:txBody>
                    <a:bodyPr/>
                    <a:lstStyle/>
                    <a:p>
                      <a:pPr indent="-263525" lvl="0" marL="355600" marR="0" rtl="0" algn="l">
                        <a:spcBef>
                          <a:spcPts val="0"/>
                        </a:spcBef>
                        <a:spcAft>
                          <a:spcPts val="0"/>
                        </a:spcAft>
                        <a:buClr>
                          <a:schemeClr val="dk1"/>
                        </a:buClr>
                        <a:buSzPts val="1600"/>
                        <a:buFont typeface="Arial"/>
                        <a:buChar char="•"/>
                      </a:pPr>
                      <a:r>
                        <a:rPr b="0" i="0" lang="en-US" sz="1600" u="none" strike="noStrike">
                          <a:solidFill>
                            <a:schemeClr val="dk1"/>
                          </a:solidFill>
                          <a:latin typeface="Calibri"/>
                          <a:ea typeface="Calibri"/>
                          <a:cs typeface="Calibri"/>
                          <a:sym typeface="Calibri"/>
                        </a:rPr>
                        <a:t>Every set of D</a:t>
                      </a:r>
                      <a:r>
                        <a:rPr b="0" i="0" lang="en-US" sz="100" u="none" strike="noStrike">
                          <a:solidFill>
                            <a:schemeClr val="dk1"/>
                          </a:solidFill>
                          <a:latin typeface="Calibri"/>
                          <a:ea typeface="Calibri"/>
                          <a:cs typeface="Calibri"/>
                          <a:sym typeface="Calibri"/>
                        </a:rPr>
                        <a:t> </a:t>
                      </a:r>
                      <a:r>
                        <a:rPr b="0" i="0" lang="en-US" sz="1600" u="none" strike="noStrike">
                          <a:solidFill>
                            <a:schemeClr val="dk1"/>
                          </a:solidFill>
                          <a:latin typeface="Calibri"/>
                          <a:ea typeface="Calibri"/>
                          <a:cs typeface="Calibri"/>
                          <a:sym typeface="Calibri"/>
                        </a:rPr>
                        <a:t>F</a:t>
                      </a:r>
                      <a:r>
                        <a:rPr b="0" i="0" lang="en-US" sz="100" u="none" strike="noStrike">
                          <a:solidFill>
                            <a:schemeClr val="dk1"/>
                          </a:solidFill>
                          <a:latin typeface="Calibri"/>
                          <a:ea typeface="Calibri"/>
                          <a:cs typeface="Calibri"/>
                          <a:sym typeface="Calibri"/>
                        </a:rPr>
                        <a:t> </a:t>
                      </a:r>
                      <a:r>
                        <a:rPr b="0" i="0" lang="en-US" sz="1600" u="none" strike="noStrike">
                          <a:solidFill>
                            <a:schemeClr val="dk1"/>
                          </a:solidFill>
                          <a:latin typeface="Calibri"/>
                          <a:ea typeface="Calibri"/>
                          <a:cs typeface="Calibri"/>
                          <a:sym typeface="Calibri"/>
                        </a:rPr>
                        <a:t>Ds must have one context diagram.</a:t>
                      </a:r>
                      <a:endParaRPr sz="1600"/>
                    </a:p>
                  </a:txBody>
                  <a:tcPr marT="45725" marB="45725" marR="21950" marL="21950"/>
                </a:tc>
              </a:tr>
              <a:tr h="231450">
                <a:tc>
                  <a:txBody>
                    <a:bodyPr/>
                    <a:lstStyle/>
                    <a:p>
                      <a:pPr indent="84138" lvl="0" marL="0" marR="0" rtl="0" algn="l">
                        <a:spcBef>
                          <a:spcPts val="0"/>
                        </a:spcBef>
                        <a:spcAft>
                          <a:spcPts val="0"/>
                        </a:spcAft>
                        <a:buNone/>
                      </a:pPr>
                      <a:r>
                        <a:rPr b="0" i="0" lang="en-US" sz="1600" u="none" strike="noStrike">
                          <a:solidFill>
                            <a:schemeClr val="dk1"/>
                          </a:solidFill>
                          <a:latin typeface="Calibri"/>
                          <a:ea typeface="Calibri"/>
                          <a:cs typeface="Calibri"/>
                          <a:sym typeface="Calibri"/>
                        </a:rPr>
                        <a:t>Viewpoint</a:t>
                      </a:r>
                      <a:endParaRPr sz="1600"/>
                    </a:p>
                  </a:txBody>
                  <a:tcPr marT="45725" marB="45725" marR="21950" marL="21950"/>
                </a:tc>
                <a:tc>
                  <a:txBody>
                    <a:bodyPr/>
                    <a:lstStyle/>
                    <a:p>
                      <a:pPr indent="-263525" lvl="0" marL="355600" marR="0" rtl="0" algn="l">
                        <a:spcBef>
                          <a:spcPts val="0"/>
                        </a:spcBef>
                        <a:spcAft>
                          <a:spcPts val="0"/>
                        </a:spcAft>
                        <a:buClr>
                          <a:schemeClr val="dk1"/>
                        </a:buClr>
                        <a:buSzPts val="1600"/>
                        <a:buFont typeface="Arial"/>
                        <a:buChar char="•"/>
                      </a:pPr>
                      <a:r>
                        <a:rPr b="0" i="0" lang="en-US" sz="1600" u="none" strike="noStrike">
                          <a:solidFill>
                            <a:schemeClr val="dk1"/>
                          </a:solidFill>
                          <a:latin typeface="Calibri"/>
                          <a:ea typeface="Calibri"/>
                          <a:cs typeface="Calibri"/>
                          <a:sym typeface="Calibri"/>
                        </a:rPr>
                        <a:t>There is a consistent viewpoint for the entire set of D</a:t>
                      </a:r>
                      <a:r>
                        <a:rPr b="0" i="0" lang="en-US" sz="100" u="none" strike="noStrike">
                          <a:solidFill>
                            <a:schemeClr val="dk1"/>
                          </a:solidFill>
                          <a:latin typeface="Calibri"/>
                          <a:ea typeface="Calibri"/>
                          <a:cs typeface="Calibri"/>
                          <a:sym typeface="Calibri"/>
                        </a:rPr>
                        <a:t> </a:t>
                      </a:r>
                      <a:r>
                        <a:rPr b="0" i="0" lang="en-US" sz="1600" u="none" strike="noStrike">
                          <a:solidFill>
                            <a:schemeClr val="dk1"/>
                          </a:solidFill>
                          <a:latin typeface="Calibri"/>
                          <a:ea typeface="Calibri"/>
                          <a:cs typeface="Calibri"/>
                          <a:sym typeface="Calibri"/>
                        </a:rPr>
                        <a:t>F</a:t>
                      </a:r>
                      <a:r>
                        <a:rPr b="0" i="0" lang="en-US" sz="100" u="none" strike="noStrike">
                          <a:solidFill>
                            <a:schemeClr val="dk1"/>
                          </a:solidFill>
                          <a:latin typeface="Calibri"/>
                          <a:ea typeface="Calibri"/>
                          <a:cs typeface="Calibri"/>
                          <a:sym typeface="Calibri"/>
                        </a:rPr>
                        <a:t> </a:t>
                      </a:r>
                      <a:r>
                        <a:rPr b="0" i="0" lang="en-US" sz="1600" u="none" strike="noStrike">
                          <a:solidFill>
                            <a:schemeClr val="dk1"/>
                          </a:solidFill>
                          <a:latin typeface="Calibri"/>
                          <a:ea typeface="Calibri"/>
                          <a:cs typeface="Calibri"/>
                          <a:sym typeface="Calibri"/>
                        </a:rPr>
                        <a:t>Ds.</a:t>
                      </a:r>
                      <a:endParaRPr sz="1600"/>
                    </a:p>
                  </a:txBody>
                  <a:tcPr marT="45725" marB="45725" marR="21950" marL="21950"/>
                </a:tc>
              </a:tr>
              <a:tr h="399775">
                <a:tc>
                  <a:txBody>
                    <a:bodyPr/>
                    <a:lstStyle/>
                    <a:p>
                      <a:pPr indent="84138" lvl="0" marL="0" marR="0" rtl="0" algn="l">
                        <a:spcBef>
                          <a:spcPts val="0"/>
                        </a:spcBef>
                        <a:spcAft>
                          <a:spcPts val="0"/>
                        </a:spcAft>
                        <a:buNone/>
                      </a:pPr>
                      <a:r>
                        <a:rPr b="0" i="0" lang="en-US" sz="1600" u="none" strike="noStrike">
                          <a:solidFill>
                            <a:schemeClr val="dk1"/>
                          </a:solidFill>
                          <a:latin typeface="Calibri"/>
                          <a:ea typeface="Calibri"/>
                          <a:cs typeface="Calibri"/>
                          <a:sym typeface="Calibri"/>
                        </a:rPr>
                        <a:t>Decomposition</a:t>
                      </a:r>
                      <a:endParaRPr sz="1600"/>
                    </a:p>
                  </a:txBody>
                  <a:tcPr marT="45725" marB="45725" marR="21950" marL="21950"/>
                </a:tc>
                <a:tc>
                  <a:txBody>
                    <a:bodyPr/>
                    <a:lstStyle/>
                    <a:p>
                      <a:pPr indent="-263525" lvl="0" marL="355600" marR="0" rtl="0" algn="l">
                        <a:spcBef>
                          <a:spcPts val="0"/>
                        </a:spcBef>
                        <a:spcAft>
                          <a:spcPts val="0"/>
                        </a:spcAft>
                        <a:buClr>
                          <a:schemeClr val="dk1"/>
                        </a:buClr>
                        <a:buSzPts val="1600"/>
                        <a:buFont typeface="Arial"/>
                        <a:buChar char="•"/>
                      </a:pPr>
                      <a:r>
                        <a:rPr b="0" i="0" lang="en-US" sz="1600" u="none" strike="noStrike">
                          <a:solidFill>
                            <a:schemeClr val="dk1"/>
                          </a:solidFill>
                          <a:latin typeface="Calibri"/>
                          <a:ea typeface="Calibri"/>
                          <a:cs typeface="Calibri"/>
                          <a:sym typeface="Calibri"/>
                        </a:rPr>
                        <a:t>Every process is wholly and completely described by the processes on its children D</a:t>
                      </a:r>
                      <a:r>
                        <a:rPr b="0" i="0" lang="en-US" sz="100" u="none" strike="noStrike">
                          <a:solidFill>
                            <a:schemeClr val="dk1"/>
                          </a:solidFill>
                          <a:latin typeface="Calibri"/>
                          <a:ea typeface="Calibri"/>
                          <a:cs typeface="Calibri"/>
                          <a:sym typeface="Calibri"/>
                        </a:rPr>
                        <a:t> </a:t>
                      </a:r>
                      <a:r>
                        <a:rPr b="0" i="0" lang="en-US" sz="1600" u="none" strike="noStrike">
                          <a:solidFill>
                            <a:schemeClr val="dk1"/>
                          </a:solidFill>
                          <a:latin typeface="Calibri"/>
                          <a:ea typeface="Calibri"/>
                          <a:cs typeface="Calibri"/>
                          <a:sym typeface="Calibri"/>
                        </a:rPr>
                        <a:t>F</a:t>
                      </a:r>
                      <a:r>
                        <a:rPr b="0" i="0" lang="en-US" sz="100" u="none" strike="noStrike">
                          <a:solidFill>
                            <a:schemeClr val="dk1"/>
                          </a:solidFill>
                          <a:latin typeface="Calibri"/>
                          <a:ea typeface="Calibri"/>
                          <a:cs typeface="Calibri"/>
                          <a:sym typeface="Calibri"/>
                        </a:rPr>
                        <a:t> </a:t>
                      </a:r>
                      <a:r>
                        <a:rPr b="0" i="0" lang="en-US" sz="1600" u="none" strike="noStrike">
                          <a:solidFill>
                            <a:schemeClr val="dk1"/>
                          </a:solidFill>
                          <a:latin typeface="Calibri"/>
                          <a:ea typeface="Calibri"/>
                          <a:cs typeface="Calibri"/>
                          <a:sym typeface="Calibri"/>
                        </a:rPr>
                        <a:t>Ds.</a:t>
                      </a:r>
                      <a:endParaRPr sz="1600"/>
                    </a:p>
                  </a:txBody>
                  <a:tcPr marT="45725" marB="45725" marR="21950" marL="21950"/>
                </a:tc>
              </a:tr>
              <a:tr h="399775">
                <a:tc>
                  <a:txBody>
                    <a:bodyPr/>
                    <a:lstStyle/>
                    <a:p>
                      <a:pPr indent="84138" lvl="0" marL="0" marR="0" rtl="0" algn="l">
                        <a:spcBef>
                          <a:spcPts val="0"/>
                        </a:spcBef>
                        <a:spcAft>
                          <a:spcPts val="0"/>
                        </a:spcAft>
                        <a:buNone/>
                      </a:pPr>
                      <a:r>
                        <a:rPr b="0" i="0" lang="en-US" sz="1600" u="none" strike="noStrike">
                          <a:solidFill>
                            <a:schemeClr val="dk1"/>
                          </a:solidFill>
                          <a:latin typeface="Calibri"/>
                          <a:ea typeface="Calibri"/>
                          <a:cs typeface="Calibri"/>
                          <a:sym typeface="Calibri"/>
                        </a:rPr>
                        <a:t>Balance</a:t>
                      </a:r>
                      <a:endParaRPr sz="1600"/>
                    </a:p>
                  </a:txBody>
                  <a:tcPr marT="45725" marB="45725" marR="21950" marL="21950"/>
                </a:tc>
                <a:tc>
                  <a:txBody>
                    <a:bodyPr/>
                    <a:lstStyle/>
                    <a:p>
                      <a:pPr indent="-263525" lvl="0" marL="355600" marR="0" rtl="0" algn="l">
                        <a:spcBef>
                          <a:spcPts val="0"/>
                        </a:spcBef>
                        <a:spcAft>
                          <a:spcPts val="0"/>
                        </a:spcAft>
                        <a:buClr>
                          <a:schemeClr val="dk1"/>
                        </a:buClr>
                        <a:buSzPts val="1600"/>
                        <a:buFont typeface="Arial"/>
                        <a:buChar char="•"/>
                      </a:pPr>
                      <a:r>
                        <a:rPr b="0" i="0" lang="en-US" sz="1600" u="none" strike="noStrike">
                          <a:solidFill>
                            <a:schemeClr val="dk1"/>
                          </a:solidFill>
                          <a:latin typeface="Calibri"/>
                          <a:ea typeface="Calibri"/>
                          <a:cs typeface="Calibri"/>
                          <a:sym typeface="Calibri"/>
                        </a:rPr>
                        <a:t>Every data flow, data store, and external entity on a higher level D</a:t>
                      </a:r>
                      <a:r>
                        <a:rPr b="0" i="0" lang="en-US" sz="100" u="none" strike="noStrike">
                          <a:solidFill>
                            <a:schemeClr val="dk1"/>
                          </a:solidFill>
                          <a:latin typeface="Calibri"/>
                          <a:ea typeface="Calibri"/>
                          <a:cs typeface="Calibri"/>
                          <a:sym typeface="Calibri"/>
                        </a:rPr>
                        <a:t> </a:t>
                      </a:r>
                      <a:r>
                        <a:rPr b="0" i="0" lang="en-US" sz="1600" u="none" strike="noStrike">
                          <a:solidFill>
                            <a:schemeClr val="dk1"/>
                          </a:solidFill>
                          <a:latin typeface="Calibri"/>
                          <a:ea typeface="Calibri"/>
                          <a:cs typeface="Calibri"/>
                          <a:sym typeface="Calibri"/>
                        </a:rPr>
                        <a:t>F</a:t>
                      </a:r>
                      <a:r>
                        <a:rPr b="0" i="0" lang="en-US" sz="100" u="none" strike="noStrike">
                          <a:solidFill>
                            <a:schemeClr val="dk1"/>
                          </a:solidFill>
                          <a:latin typeface="Calibri"/>
                          <a:ea typeface="Calibri"/>
                          <a:cs typeface="Calibri"/>
                          <a:sym typeface="Calibri"/>
                        </a:rPr>
                        <a:t> </a:t>
                      </a:r>
                      <a:r>
                        <a:rPr b="0" i="0" lang="en-US" sz="1600" u="none" strike="noStrike">
                          <a:solidFill>
                            <a:schemeClr val="dk1"/>
                          </a:solidFill>
                          <a:latin typeface="Calibri"/>
                          <a:ea typeface="Calibri"/>
                          <a:cs typeface="Calibri"/>
                          <a:sym typeface="Calibri"/>
                        </a:rPr>
                        <a:t>D is shown on the lower-level D</a:t>
                      </a:r>
                      <a:r>
                        <a:rPr b="0" i="0" lang="en-US" sz="100" u="none" strike="noStrike">
                          <a:solidFill>
                            <a:schemeClr val="dk1"/>
                          </a:solidFill>
                          <a:latin typeface="Calibri"/>
                          <a:ea typeface="Calibri"/>
                          <a:cs typeface="Calibri"/>
                          <a:sym typeface="Calibri"/>
                        </a:rPr>
                        <a:t> </a:t>
                      </a:r>
                      <a:r>
                        <a:rPr b="0" i="0" lang="en-US" sz="1600" u="none" strike="noStrike">
                          <a:solidFill>
                            <a:schemeClr val="dk1"/>
                          </a:solidFill>
                          <a:latin typeface="Calibri"/>
                          <a:ea typeface="Calibri"/>
                          <a:cs typeface="Calibri"/>
                          <a:sym typeface="Calibri"/>
                        </a:rPr>
                        <a:t>F</a:t>
                      </a:r>
                      <a:r>
                        <a:rPr b="0" i="0" lang="en-US" sz="100" u="none" strike="noStrike">
                          <a:solidFill>
                            <a:schemeClr val="dk1"/>
                          </a:solidFill>
                          <a:latin typeface="Calibri"/>
                          <a:ea typeface="Calibri"/>
                          <a:cs typeface="Calibri"/>
                          <a:sym typeface="Calibri"/>
                        </a:rPr>
                        <a:t> </a:t>
                      </a:r>
                      <a:r>
                        <a:rPr b="0" i="0" lang="en-US" sz="1600" u="none" strike="noStrike">
                          <a:solidFill>
                            <a:schemeClr val="dk1"/>
                          </a:solidFill>
                          <a:latin typeface="Calibri"/>
                          <a:ea typeface="Calibri"/>
                          <a:cs typeface="Calibri"/>
                          <a:sym typeface="Calibri"/>
                        </a:rPr>
                        <a:t>D that decomposes it.</a:t>
                      </a:r>
                      <a:endParaRPr sz="1600"/>
                    </a:p>
                  </a:txBody>
                  <a:tcPr marT="45725" marB="45725" marR="21950" marL="21950"/>
                </a:tc>
              </a:tr>
              <a:tr h="231450">
                <a:tc>
                  <a:txBody>
                    <a:bodyPr/>
                    <a:lstStyle/>
                    <a:p>
                      <a:pPr indent="0" lvl="0" marL="0" marR="0" rtl="0" algn="l">
                        <a:lnSpc>
                          <a:spcPct val="100000"/>
                        </a:lnSpc>
                        <a:spcBef>
                          <a:spcPts val="0"/>
                        </a:spcBef>
                        <a:spcAft>
                          <a:spcPts val="0"/>
                        </a:spcAft>
                        <a:buClr>
                          <a:schemeClr val="dk1"/>
                        </a:buClr>
                        <a:buSzPts val="1600"/>
                        <a:buFont typeface="Calibri"/>
                        <a:buNone/>
                      </a:pPr>
                      <a:r>
                        <a:rPr b="1" lang="en-US" sz="1600"/>
                        <a:t>Semantics</a:t>
                      </a:r>
                      <a:endParaRPr/>
                    </a:p>
                  </a:txBody>
                  <a:tcPr marT="45725" marB="45725" marR="126825" marL="126825"/>
                </a:tc>
                <a:tc>
                  <a:txBody>
                    <a:bodyPr/>
                    <a:lstStyle/>
                    <a:p>
                      <a:pPr indent="-184150" lvl="0" marL="285750" marR="0" rtl="0" algn="l">
                        <a:spcBef>
                          <a:spcPts val="0"/>
                        </a:spcBef>
                        <a:spcAft>
                          <a:spcPts val="0"/>
                        </a:spcAft>
                        <a:buClr>
                          <a:schemeClr val="dk1"/>
                        </a:buClr>
                        <a:buSzPts val="1600"/>
                        <a:buFont typeface="Arial"/>
                        <a:buNone/>
                      </a:pPr>
                      <a:r>
                        <a:t/>
                      </a:r>
                      <a:endParaRPr sz="1600"/>
                    </a:p>
                  </a:txBody>
                  <a:tcPr marT="45725" marB="45725" marR="126825" marL="126825"/>
                </a:tc>
              </a:tr>
              <a:tr h="399775">
                <a:tc>
                  <a:txBody>
                    <a:bodyPr/>
                    <a:lstStyle/>
                    <a:p>
                      <a:pPr indent="0" lvl="0" marL="0" marR="0" rtl="0" algn="l">
                        <a:spcBef>
                          <a:spcPts val="0"/>
                        </a:spcBef>
                        <a:spcAft>
                          <a:spcPts val="0"/>
                        </a:spcAft>
                        <a:buNone/>
                      </a:pPr>
                      <a:r>
                        <a:rPr b="0" i="0" lang="en-US" sz="1600" u="none" strike="noStrike">
                          <a:solidFill>
                            <a:schemeClr val="dk1"/>
                          </a:solidFill>
                          <a:latin typeface="Calibri"/>
                          <a:ea typeface="Calibri"/>
                          <a:cs typeface="Calibri"/>
                          <a:sym typeface="Calibri"/>
                        </a:rPr>
                        <a:t>Appropriate Representation</a:t>
                      </a:r>
                      <a:endParaRPr sz="1600"/>
                    </a:p>
                  </a:txBody>
                  <a:tcPr marT="45725" marB="45725" marR="126825" marL="126825"/>
                </a:tc>
                <a:tc>
                  <a:txBody>
                    <a:bodyPr/>
                    <a:lstStyle/>
                    <a:p>
                      <a:pPr indent="-291600" lvl="0" marL="291600" marR="0" rtl="0" algn="l">
                        <a:spcBef>
                          <a:spcPts val="0"/>
                        </a:spcBef>
                        <a:spcAft>
                          <a:spcPts val="0"/>
                        </a:spcAft>
                        <a:buClr>
                          <a:schemeClr val="dk1"/>
                        </a:buClr>
                        <a:buSzPts val="1600"/>
                        <a:buFont typeface="Arial"/>
                        <a:buChar char="•"/>
                      </a:pPr>
                      <a:r>
                        <a:rPr b="0" i="0" lang="en-US" sz="1600" u="none" strike="noStrike">
                          <a:solidFill>
                            <a:schemeClr val="dk1"/>
                          </a:solidFill>
                          <a:latin typeface="Calibri"/>
                          <a:ea typeface="Calibri"/>
                          <a:cs typeface="Calibri"/>
                          <a:sym typeface="Calibri"/>
                        </a:rPr>
                        <a:t>User validation</a:t>
                      </a:r>
                      <a:endParaRPr/>
                    </a:p>
                    <a:p>
                      <a:pPr indent="-291600" lvl="0" marL="291600" marR="0" rtl="0" algn="l">
                        <a:spcBef>
                          <a:spcPts val="0"/>
                        </a:spcBef>
                        <a:spcAft>
                          <a:spcPts val="0"/>
                        </a:spcAft>
                        <a:buClr>
                          <a:schemeClr val="dk1"/>
                        </a:buClr>
                        <a:buSzPts val="1600"/>
                        <a:buFont typeface="Arial"/>
                        <a:buChar char="•"/>
                      </a:pPr>
                      <a:r>
                        <a:rPr b="0" i="0" lang="en-US" sz="1600" u="none" strike="noStrike">
                          <a:solidFill>
                            <a:schemeClr val="dk1"/>
                          </a:solidFill>
                          <a:latin typeface="Calibri"/>
                          <a:ea typeface="Calibri"/>
                          <a:cs typeface="Calibri"/>
                          <a:sym typeface="Calibri"/>
                        </a:rPr>
                        <a:t>Role-play processes</a:t>
                      </a:r>
                      <a:endParaRPr sz="1600"/>
                    </a:p>
                  </a:txBody>
                  <a:tcPr marT="45725" marB="45725" marR="126825" marL="126825"/>
                </a:tc>
              </a:tr>
              <a:tr h="231450">
                <a:tc>
                  <a:txBody>
                    <a:bodyPr/>
                    <a:lstStyle/>
                    <a:p>
                      <a:pPr indent="0" lvl="0" marL="0" marR="0" rtl="0" algn="l">
                        <a:spcBef>
                          <a:spcPts val="0"/>
                        </a:spcBef>
                        <a:spcAft>
                          <a:spcPts val="0"/>
                        </a:spcAft>
                        <a:buNone/>
                      </a:pPr>
                      <a:r>
                        <a:rPr b="0" i="0" lang="en-US" sz="1600" u="none" strike="noStrike">
                          <a:solidFill>
                            <a:schemeClr val="dk1"/>
                          </a:solidFill>
                          <a:latin typeface="Calibri"/>
                          <a:ea typeface="Calibri"/>
                          <a:cs typeface="Calibri"/>
                          <a:sym typeface="Calibri"/>
                        </a:rPr>
                        <a:t>Consistent Decomposition</a:t>
                      </a:r>
                      <a:endParaRPr sz="1600"/>
                    </a:p>
                  </a:txBody>
                  <a:tcPr marT="45725" marB="45725" marR="126825" marL="126825"/>
                </a:tc>
                <a:tc>
                  <a:txBody>
                    <a:bodyPr/>
                    <a:lstStyle/>
                    <a:p>
                      <a:pPr indent="-291600" lvl="0" marL="291600" marR="0" rtl="0" algn="l">
                        <a:spcBef>
                          <a:spcPts val="0"/>
                        </a:spcBef>
                        <a:spcAft>
                          <a:spcPts val="0"/>
                        </a:spcAft>
                        <a:buClr>
                          <a:schemeClr val="dk1"/>
                        </a:buClr>
                        <a:buSzPts val="1600"/>
                        <a:buFont typeface="Arial"/>
                        <a:buChar char="•"/>
                      </a:pPr>
                      <a:r>
                        <a:rPr b="0" i="0" lang="en-US" sz="1600" u="none" strike="noStrike">
                          <a:solidFill>
                            <a:schemeClr val="dk1"/>
                          </a:solidFill>
                          <a:latin typeface="Calibri"/>
                          <a:ea typeface="Calibri"/>
                          <a:cs typeface="Calibri"/>
                          <a:sym typeface="Calibri"/>
                        </a:rPr>
                        <a:t>Examine lowest-level D</a:t>
                      </a:r>
                      <a:r>
                        <a:rPr b="0" i="0" lang="en-US" sz="100" u="none" strike="noStrike">
                          <a:solidFill>
                            <a:schemeClr val="dk1"/>
                          </a:solidFill>
                          <a:latin typeface="Calibri"/>
                          <a:ea typeface="Calibri"/>
                          <a:cs typeface="Calibri"/>
                          <a:sym typeface="Calibri"/>
                        </a:rPr>
                        <a:t> </a:t>
                      </a:r>
                      <a:r>
                        <a:rPr b="0" i="0" lang="en-US" sz="1600" u="none" strike="noStrike">
                          <a:solidFill>
                            <a:schemeClr val="dk1"/>
                          </a:solidFill>
                          <a:latin typeface="Calibri"/>
                          <a:ea typeface="Calibri"/>
                          <a:cs typeface="Calibri"/>
                          <a:sym typeface="Calibri"/>
                        </a:rPr>
                        <a:t>F</a:t>
                      </a:r>
                      <a:r>
                        <a:rPr b="0" i="0" lang="en-US" sz="100" u="none" strike="noStrike">
                          <a:solidFill>
                            <a:schemeClr val="dk1"/>
                          </a:solidFill>
                          <a:latin typeface="Calibri"/>
                          <a:ea typeface="Calibri"/>
                          <a:cs typeface="Calibri"/>
                          <a:sym typeface="Calibri"/>
                        </a:rPr>
                        <a:t> </a:t>
                      </a:r>
                      <a:r>
                        <a:rPr b="0" i="0" lang="en-US" sz="1600" u="none" strike="noStrike">
                          <a:solidFill>
                            <a:schemeClr val="dk1"/>
                          </a:solidFill>
                          <a:latin typeface="Calibri"/>
                          <a:ea typeface="Calibri"/>
                          <a:cs typeface="Calibri"/>
                          <a:sym typeface="Calibri"/>
                        </a:rPr>
                        <a:t>Ds</a:t>
                      </a:r>
                      <a:endParaRPr sz="1600"/>
                    </a:p>
                  </a:txBody>
                  <a:tcPr marT="45725" marB="45725" marR="126825" marL="126825"/>
                </a:tc>
              </a:tr>
              <a:tr h="231450">
                <a:tc>
                  <a:txBody>
                    <a:bodyPr/>
                    <a:lstStyle/>
                    <a:p>
                      <a:pPr indent="0" lvl="0" marL="0" marR="0" rtl="0" algn="l">
                        <a:spcBef>
                          <a:spcPts val="0"/>
                        </a:spcBef>
                        <a:spcAft>
                          <a:spcPts val="0"/>
                        </a:spcAft>
                        <a:buNone/>
                      </a:pPr>
                      <a:r>
                        <a:rPr b="0" i="0" lang="en-US" sz="1600" u="none" strike="noStrike">
                          <a:solidFill>
                            <a:schemeClr val="dk1"/>
                          </a:solidFill>
                          <a:latin typeface="Calibri"/>
                          <a:ea typeface="Calibri"/>
                          <a:cs typeface="Calibri"/>
                          <a:sym typeface="Calibri"/>
                        </a:rPr>
                        <a:t>Consistent Terminology</a:t>
                      </a:r>
                      <a:endParaRPr sz="1600"/>
                    </a:p>
                  </a:txBody>
                  <a:tcPr marT="45725" marB="45725" marR="126825" marL="126825"/>
                </a:tc>
                <a:tc>
                  <a:txBody>
                    <a:bodyPr/>
                    <a:lstStyle/>
                    <a:p>
                      <a:pPr indent="-291600" lvl="0" marL="291600" marR="0" rtl="0" algn="l">
                        <a:spcBef>
                          <a:spcPts val="0"/>
                        </a:spcBef>
                        <a:spcAft>
                          <a:spcPts val="0"/>
                        </a:spcAft>
                        <a:buClr>
                          <a:schemeClr val="dk1"/>
                        </a:buClr>
                        <a:buSzPts val="1600"/>
                        <a:buFont typeface="Arial"/>
                        <a:buChar char="•"/>
                      </a:pPr>
                      <a:r>
                        <a:rPr b="0" i="0" lang="en-US" sz="1600" u="none" strike="noStrike">
                          <a:solidFill>
                            <a:schemeClr val="dk1"/>
                          </a:solidFill>
                          <a:latin typeface="Calibri"/>
                          <a:ea typeface="Calibri"/>
                          <a:cs typeface="Calibri"/>
                          <a:sym typeface="Calibri"/>
                        </a:rPr>
                        <a:t>Examine names carefully</a:t>
                      </a:r>
                      <a:endParaRPr sz="1600"/>
                    </a:p>
                  </a:txBody>
                  <a:tcPr marT="45725" marB="45725" marR="126825" marL="126825"/>
                </a:tc>
              </a:tr>
            </a:tbl>
          </a:graphicData>
        </a:graphic>
      </p:graphicFrame>
      <p:sp>
        <p:nvSpPr>
          <p:cNvPr id="637" name="Google Shape;637;p53"/>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638" name="Google Shape;638;p53"/>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©2021 John Wiley &amp; Sons, Inc.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54"/>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Common D F D Errors</a:t>
            </a:r>
            <a:endParaRPr/>
          </a:p>
        </p:txBody>
      </p:sp>
      <p:sp>
        <p:nvSpPr>
          <p:cNvPr id="644" name="Google Shape;644;p54"/>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Syntax errors – violating “drawing” rules</a:t>
            </a:r>
            <a:endParaRPr/>
          </a:p>
          <a:p>
            <a:pPr indent="-320040" lvl="1" marL="621792" rtl="0" algn="l">
              <a:lnSpc>
                <a:spcPct val="90000"/>
              </a:lnSpc>
              <a:spcBef>
                <a:spcPts val="500"/>
              </a:spcBef>
              <a:spcAft>
                <a:spcPts val="0"/>
              </a:spcAft>
              <a:buSzPts val="1920"/>
              <a:buChar char="o"/>
            </a:pPr>
            <a:r>
              <a:rPr lang="en-US"/>
              <a:t>Every data flow must connect to a process</a:t>
            </a:r>
            <a:endParaRPr/>
          </a:p>
          <a:p>
            <a:pPr indent="-320040" lvl="1" marL="621792" rtl="0" algn="l">
              <a:lnSpc>
                <a:spcPct val="90000"/>
              </a:lnSpc>
              <a:spcBef>
                <a:spcPts val="500"/>
              </a:spcBef>
              <a:spcAft>
                <a:spcPts val="0"/>
              </a:spcAft>
              <a:buSzPts val="1920"/>
              <a:buChar char="o"/>
            </a:pPr>
            <a:r>
              <a:rPr lang="en-US"/>
              <a:t>Every process must have at least one inflow and one outflow</a:t>
            </a:r>
            <a:endParaRPr/>
          </a:p>
          <a:p>
            <a:pPr indent="-292608" lvl="0" marL="292608" rtl="0" algn="l">
              <a:lnSpc>
                <a:spcPct val="90000"/>
              </a:lnSpc>
              <a:spcBef>
                <a:spcPts val="1000"/>
              </a:spcBef>
              <a:spcAft>
                <a:spcPts val="0"/>
              </a:spcAft>
              <a:buSzPts val="2800"/>
              <a:buChar char="•"/>
            </a:pPr>
            <a:r>
              <a:rPr lang="en-US"/>
              <a:t>Semantics errors – errors in the meaning of the diagrams</a:t>
            </a:r>
            <a:endParaRPr/>
          </a:p>
          <a:p>
            <a:pPr indent="-320040" lvl="1" marL="621792" rtl="0" algn="l">
              <a:lnSpc>
                <a:spcPct val="90000"/>
              </a:lnSpc>
              <a:spcBef>
                <a:spcPts val="500"/>
              </a:spcBef>
              <a:spcAft>
                <a:spcPts val="0"/>
              </a:spcAft>
              <a:buSzPts val="1920"/>
              <a:buChar char="o"/>
            </a:pPr>
            <a:r>
              <a:rPr lang="en-US"/>
              <a:t>Walk-through diagrams with users</a:t>
            </a:r>
            <a:endParaRPr/>
          </a:p>
          <a:p>
            <a:pPr indent="-320040" lvl="1" marL="621792" rtl="0" algn="l">
              <a:lnSpc>
                <a:spcPct val="90000"/>
              </a:lnSpc>
              <a:spcBef>
                <a:spcPts val="500"/>
              </a:spcBef>
              <a:spcAft>
                <a:spcPts val="0"/>
              </a:spcAft>
              <a:buSzPts val="1920"/>
              <a:buChar char="o"/>
            </a:pPr>
            <a:r>
              <a:rPr lang="en-US"/>
              <a:t>Verify that inputs shown are logically sufficient to produce the outputs</a:t>
            </a:r>
            <a:endParaRPr/>
          </a:p>
          <a:p>
            <a:pPr indent="-320040" lvl="1" marL="621792" rtl="0" algn="l">
              <a:lnSpc>
                <a:spcPct val="90000"/>
              </a:lnSpc>
              <a:spcBef>
                <a:spcPts val="500"/>
              </a:spcBef>
              <a:spcAft>
                <a:spcPts val="0"/>
              </a:spcAft>
              <a:buSzPts val="1920"/>
              <a:buChar char="o"/>
            </a:pPr>
            <a:r>
              <a:rPr lang="en-US"/>
              <a:t>Check for consistent levels of decomposition</a:t>
            </a:r>
            <a:endParaRPr/>
          </a:p>
          <a:p>
            <a:pPr indent="-320040" lvl="1" marL="621792" rtl="0" algn="l">
              <a:lnSpc>
                <a:spcPct val="90000"/>
              </a:lnSpc>
              <a:spcBef>
                <a:spcPts val="500"/>
              </a:spcBef>
              <a:spcAft>
                <a:spcPts val="0"/>
              </a:spcAft>
              <a:buSzPts val="1920"/>
              <a:buChar char="o"/>
            </a:pPr>
            <a:r>
              <a:rPr lang="en-US"/>
              <a:t>Check for consistent use of terminology</a:t>
            </a:r>
            <a:endParaRPr/>
          </a:p>
        </p:txBody>
      </p:sp>
      <p:sp>
        <p:nvSpPr>
          <p:cNvPr id="645" name="Google Shape;645;p54"/>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646" name="Google Shape;646;p54"/>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55"/>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Chapter Review </a:t>
            </a:r>
            <a:r>
              <a:rPr lang="en-US" sz="2000"/>
              <a:t>(1 of 3)</a:t>
            </a:r>
            <a:endParaRPr/>
          </a:p>
        </p:txBody>
      </p:sp>
      <p:sp>
        <p:nvSpPr>
          <p:cNvPr id="652" name="Google Shape;652;p55"/>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Explain the purpose of a use case in the analysis phase of the SDLC.</a:t>
            </a:r>
            <a:endParaRPr/>
          </a:p>
          <a:p>
            <a:pPr indent="-292608" lvl="0" marL="292608" marR="0" rtl="0" algn="l">
              <a:lnSpc>
                <a:spcPct val="90000"/>
              </a:lnSpc>
              <a:spcBef>
                <a:spcPts val="1000"/>
              </a:spcBef>
              <a:spcAft>
                <a:spcPts val="0"/>
              </a:spcAft>
              <a:buClr>
                <a:schemeClr val="accent2"/>
              </a:buClr>
              <a:buSzPts val="2800"/>
              <a:buFont typeface="Arial"/>
              <a:buChar char="•"/>
            </a:pPr>
            <a:r>
              <a:rPr lang="en-US"/>
              <a:t>Explain why use cases are commonly used in the analysis phase.</a:t>
            </a:r>
            <a:endParaRPr/>
          </a:p>
          <a:p>
            <a:pPr indent="-292608" lvl="0" marL="292608" marR="0" rtl="0" algn="l">
              <a:lnSpc>
                <a:spcPct val="90000"/>
              </a:lnSpc>
              <a:spcBef>
                <a:spcPts val="1000"/>
              </a:spcBef>
              <a:spcAft>
                <a:spcPts val="0"/>
              </a:spcAft>
              <a:buClr>
                <a:schemeClr val="accent2"/>
              </a:buClr>
              <a:buSzPts val="2800"/>
              <a:buFont typeface="Arial"/>
              <a:buChar char="•"/>
            </a:pPr>
            <a:r>
              <a:rPr lang="en-US"/>
              <a:t>Discuss the various sections found in a use case form and the purpose and content of each section.</a:t>
            </a:r>
            <a:endParaRPr/>
          </a:p>
          <a:p>
            <a:pPr indent="-292608" lvl="0" marL="292608" marR="0" rtl="0" algn="l">
              <a:lnSpc>
                <a:spcPct val="90000"/>
              </a:lnSpc>
              <a:spcBef>
                <a:spcPts val="1000"/>
              </a:spcBef>
              <a:spcAft>
                <a:spcPts val="0"/>
              </a:spcAft>
              <a:buClr>
                <a:schemeClr val="accent2"/>
              </a:buClr>
              <a:buSzPts val="2800"/>
              <a:buFont typeface="Arial"/>
              <a:buChar char="•"/>
            </a:pPr>
            <a:r>
              <a:rPr lang="en-US"/>
              <a:t>Explain how use cases help the systems analyst create a more in-depth understanding of the system’s functional requirements.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Describe how use cases can contribute to the development of test plans for the new system.</a:t>
            </a:r>
            <a:endParaRPr/>
          </a:p>
        </p:txBody>
      </p:sp>
      <p:sp>
        <p:nvSpPr>
          <p:cNvPr id="653" name="Google Shape;653;p55"/>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654" name="Google Shape;654;p55"/>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56"/>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Chapter Review </a:t>
            </a:r>
            <a:r>
              <a:rPr lang="en-US" sz="2000"/>
              <a:t>(2 of 3)</a:t>
            </a:r>
            <a:endParaRPr/>
          </a:p>
        </p:txBody>
      </p:sp>
      <p:sp>
        <p:nvSpPr>
          <p:cNvPr id="660" name="Google Shape;660;p56"/>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Discuss the four steps of the process used to create use cases.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Define the meaning and purpose of the four basic symbols found on a data flow diagram.</a:t>
            </a:r>
            <a:endParaRPr/>
          </a:p>
          <a:p>
            <a:pPr indent="-292608" lvl="0" marL="292608" marR="0" rtl="0" algn="l">
              <a:lnSpc>
                <a:spcPct val="90000"/>
              </a:lnSpc>
              <a:spcBef>
                <a:spcPts val="1000"/>
              </a:spcBef>
              <a:spcAft>
                <a:spcPts val="0"/>
              </a:spcAft>
              <a:buClr>
                <a:schemeClr val="accent2"/>
              </a:buClr>
              <a:buSzPts val="2800"/>
              <a:buFont typeface="Arial"/>
              <a:buChar char="•"/>
            </a:pPr>
            <a:r>
              <a:rPr lang="en-US"/>
              <a:t>Explain the meaning and purpose of a process model’s context diagram.</a:t>
            </a:r>
            <a:endParaRPr/>
          </a:p>
          <a:p>
            <a:pPr indent="-292608" lvl="0" marL="292608" marR="0" rtl="0" algn="l">
              <a:lnSpc>
                <a:spcPct val="90000"/>
              </a:lnSpc>
              <a:spcBef>
                <a:spcPts val="1000"/>
              </a:spcBef>
              <a:spcAft>
                <a:spcPts val="0"/>
              </a:spcAft>
              <a:buClr>
                <a:schemeClr val="accent2"/>
              </a:buClr>
              <a:buSzPts val="2800"/>
              <a:buFont typeface="Arial"/>
              <a:buChar char="•"/>
            </a:pPr>
            <a:r>
              <a:rPr lang="en-US"/>
              <a:t>Explain the meaning and purpose of a process model’s level 0 diagram.</a:t>
            </a:r>
            <a:endParaRPr/>
          </a:p>
          <a:p>
            <a:pPr indent="-292608" lvl="0" marL="292608" marR="0" rtl="0" algn="l">
              <a:lnSpc>
                <a:spcPct val="90000"/>
              </a:lnSpc>
              <a:spcBef>
                <a:spcPts val="1000"/>
              </a:spcBef>
              <a:spcAft>
                <a:spcPts val="0"/>
              </a:spcAft>
              <a:buClr>
                <a:schemeClr val="accent2"/>
              </a:buClr>
              <a:buSzPts val="2800"/>
              <a:buFont typeface="Arial"/>
              <a:buChar char="•"/>
            </a:pPr>
            <a:r>
              <a:rPr lang="en-US"/>
              <a:t>Explain the meaning and purpose of a process model’s level 1 diagrams.</a:t>
            </a:r>
            <a:endParaRPr/>
          </a:p>
        </p:txBody>
      </p:sp>
      <p:sp>
        <p:nvSpPr>
          <p:cNvPr id="661" name="Google Shape;661;p56"/>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662" name="Google Shape;662;p56"/>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57"/>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Chapter Review </a:t>
            </a:r>
            <a:r>
              <a:rPr lang="en-US" sz="2000"/>
              <a:t>(3 of 3)</a:t>
            </a:r>
            <a:endParaRPr/>
          </a:p>
        </p:txBody>
      </p:sp>
      <p:sp>
        <p:nvSpPr>
          <p:cNvPr id="668" name="Google Shape;668;p57"/>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Explain the concept of decomposition and why process models are created as a hierarchy of DFDs.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Describe several common syntax and semantic errors found on DFDs.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Discuss the process used to create a process model.</a:t>
            </a:r>
            <a:endParaRPr/>
          </a:p>
          <a:p>
            <a:pPr indent="-292608" lvl="0" marL="292608" marR="0" rtl="0" algn="l">
              <a:lnSpc>
                <a:spcPct val="90000"/>
              </a:lnSpc>
              <a:spcBef>
                <a:spcPts val="1000"/>
              </a:spcBef>
              <a:spcAft>
                <a:spcPts val="0"/>
              </a:spcAft>
              <a:buClr>
                <a:schemeClr val="accent2"/>
              </a:buClr>
              <a:buSzPts val="2800"/>
              <a:buFont typeface="Arial"/>
              <a:buChar char="•"/>
            </a:pPr>
            <a:r>
              <a:rPr lang="en-US"/>
              <a:t>Discuss how the process model contributes to the development of the new information system.</a:t>
            </a:r>
            <a:endParaRPr/>
          </a:p>
        </p:txBody>
      </p:sp>
      <p:sp>
        <p:nvSpPr>
          <p:cNvPr id="669" name="Google Shape;669;p57"/>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670" name="Google Shape;670;p57"/>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58"/>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Key Terms</a:t>
            </a:r>
            <a:endParaRPr/>
          </a:p>
        </p:txBody>
      </p:sp>
      <p:sp>
        <p:nvSpPr>
          <p:cNvPr id="676" name="Google Shape;676;p58"/>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fontScale="92500" lnSpcReduction="10000"/>
          </a:bodyPr>
          <a:lstStyle/>
          <a:p>
            <a:pPr indent="-292608" lvl="0" marL="292608" marR="0" rtl="0" algn="l">
              <a:lnSpc>
                <a:spcPct val="90000"/>
              </a:lnSpc>
              <a:spcBef>
                <a:spcPts val="0"/>
              </a:spcBef>
              <a:spcAft>
                <a:spcPts val="0"/>
              </a:spcAft>
              <a:buClr>
                <a:schemeClr val="accent2"/>
              </a:buClr>
              <a:buSzPct val="100000"/>
              <a:buFont typeface="Arial"/>
              <a:buChar char="•"/>
            </a:pPr>
            <a:r>
              <a:rPr lang="en-US"/>
              <a:t>Actor</a:t>
            </a:r>
            <a:endParaRPr/>
          </a:p>
          <a:p>
            <a:pPr indent="-292608" lvl="0" marL="292608" marR="0" rtl="0" algn="l">
              <a:lnSpc>
                <a:spcPct val="90000"/>
              </a:lnSpc>
              <a:spcBef>
                <a:spcPts val="1000"/>
              </a:spcBef>
              <a:spcAft>
                <a:spcPts val="0"/>
              </a:spcAft>
              <a:buClr>
                <a:schemeClr val="accent2"/>
              </a:buClr>
              <a:buSzPct val="100000"/>
              <a:buFont typeface="Arial"/>
              <a:buChar char="•"/>
            </a:pPr>
            <a:r>
              <a:rPr lang="en-US"/>
              <a:t>Balancing</a:t>
            </a:r>
            <a:endParaRPr/>
          </a:p>
          <a:p>
            <a:pPr indent="-292608" lvl="0" marL="292608" marR="0" rtl="0" algn="l">
              <a:lnSpc>
                <a:spcPct val="90000"/>
              </a:lnSpc>
              <a:spcBef>
                <a:spcPts val="1000"/>
              </a:spcBef>
              <a:spcAft>
                <a:spcPts val="0"/>
              </a:spcAft>
              <a:buClr>
                <a:schemeClr val="accent2"/>
              </a:buClr>
              <a:buSzPct val="100000"/>
              <a:buFont typeface="Arial"/>
              <a:buChar char="•"/>
            </a:pPr>
            <a:r>
              <a:rPr lang="en-US"/>
              <a:t>Bundle</a:t>
            </a:r>
            <a:endParaRPr/>
          </a:p>
          <a:p>
            <a:pPr indent="-292608" lvl="0" marL="292608" marR="0" rtl="0" algn="l">
              <a:lnSpc>
                <a:spcPct val="90000"/>
              </a:lnSpc>
              <a:spcBef>
                <a:spcPts val="1000"/>
              </a:spcBef>
              <a:spcAft>
                <a:spcPts val="0"/>
              </a:spcAft>
              <a:buClr>
                <a:schemeClr val="accent2"/>
              </a:buClr>
              <a:buSzPct val="100000"/>
              <a:buFont typeface="Arial"/>
              <a:buChar char="•"/>
            </a:pPr>
            <a:r>
              <a:rPr lang="en-US"/>
              <a:t>Children</a:t>
            </a:r>
            <a:endParaRPr/>
          </a:p>
          <a:p>
            <a:pPr indent="-292608" lvl="0" marL="292608" marR="0" rtl="0" algn="l">
              <a:lnSpc>
                <a:spcPct val="90000"/>
              </a:lnSpc>
              <a:spcBef>
                <a:spcPts val="1000"/>
              </a:spcBef>
              <a:spcAft>
                <a:spcPts val="0"/>
              </a:spcAft>
              <a:buClr>
                <a:schemeClr val="accent2"/>
              </a:buClr>
              <a:buSzPct val="100000"/>
              <a:buFont typeface="Arial"/>
              <a:buChar char="•"/>
            </a:pPr>
            <a:r>
              <a:rPr lang="en-US"/>
              <a:t>Context diagram</a:t>
            </a:r>
            <a:endParaRPr/>
          </a:p>
          <a:p>
            <a:pPr indent="-292608" lvl="0" marL="292608" marR="0" rtl="0" algn="l">
              <a:lnSpc>
                <a:spcPct val="90000"/>
              </a:lnSpc>
              <a:spcBef>
                <a:spcPts val="1000"/>
              </a:spcBef>
              <a:spcAft>
                <a:spcPts val="0"/>
              </a:spcAft>
              <a:buClr>
                <a:schemeClr val="accent2"/>
              </a:buClr>
              <a:buSzPct val="100000"/>
              <a:buFont typeface="Arial"/>
              <a:buChar char="•"/>
            </a:pPr>
            <a:r>
              <a:rPr lang="en-US"/>
              <a:t>Data flow</a:t>
            </a:r>
            <a:endParaRPr/>
          </a:p>
          <a:p>
            <a:pPr indent="-292608" lvl="0" marL="292608" marR="0" rtl="0" algn="l">
              <a:lnSpc>
                <a:spcPct val="90000"/>
              </a:lnSpc>
              <a:spcBef>
                <a:spcPts val="1000"/>
              </a:spcBef>
              <a:spcAft>
                <a:spcPts val="0"/>
              </a:spcAft>
              <a:buClr>
                <a:schemeClr val="accent2"/>
              </a:buClr>
              <a:buSzPct val="100000"/>
              <a:buFont typeface="Arial"/>
              <a:buChar char="•"/>
            </a:pPr>
            <a:r>
              <a:rPr lang="en-US"/>
              <a:t>Data flow diagram</a:t>
            </a:r>
            <a:endParaRPr/>
          </a:p>
          <a:p>
            <a:pPr indent="-292608" lvl="0" marL="292608" marR="0" rtl="0" algn="l">
              <a:lnSpc>
                <a:spcPct val="90000"/>
              </a:lnSpc>
              <a:spcBef>
                <a:spcPts val="1000"/>
              </a:spcBef>
              <a:spcAft>
                <a:spcPts val="0"/>
              </a:spcAft>
              <a:buClr>
                <a:schemeClr val="accent2"/>
              </a:buClr>
              <a:buSzPct val="100000"/>
              <a:buFont typeface="Arial"/>
              <a:buChar char="•"/>
            </a:pPr>
            <a:r>
              <a:rPr lang="en-US"/>
              <a:t>(DFD)</a:t>
            </a:r>
            <a:endParaRPr/>
          </a:p>
          <a:p>
            <a:pPr indent="-292608" lvl="0" marL="292608" marR="0" rtl="0" algn="l">
              <a:lnSpc>
                <a:spcPct val="90000"/>
              </a:lnSpc>
              <a:spcBef>
                <a:spcPts val="1000"/>
              </a:spcBef>
              <a:spcAft>
                <a:spcPts val="0"/>
              </a:spcAft>
              <a:buClr>
                <a:schemeClr val="accent2"/>
              </a:buClr>
              <a:buSzPct val="100000"/>
              <a:buFont typeface="Arial"/>
              <a:buChar char="•"/>
            </a:pPr>
            <a:r>
              <a:rPr lang="en-US"/>
              <a:t>Data store</a:t>
            </a:r>
            <a:endParaRPr/>
          </a:p>
          <a:p>
            <a:pPr indent="-292608" lvl="0" marL="292608" marR="0" rtl="0" algn="l">
              <a:lnSpc>
                <a:spcPct val="90000"/>
              </a:lnSpc>
              <a:spcBef>
                <a:spcPts val="1000"/>
              </a:spcBef>
              <a:spcAft>
                <a:spcPts val="0"/>
              </a:spcAft>
              <a:buClr>
                <a:schemeClr val="accent2"/>
              </a:buClr>
              <a:buSzPct val="100000"/>
              <a:buFont typeface="Arial"/>
              <a:buChar char="•"/>
            </a:pPr>
            <a:r>
              <a:rPr lang="en-US"/>
              <a:t>Decision tables</a:t>
            </a:r>
            <a:endParaRPr/>
          </a:p>
          <a:p>
            <a:pPr indent="-292608" lvl="0" marL="292608" marR="0" rtl="0" algn="l">
              <a:lnSpc>
                <a:spcPct val="90000"/>
              </a:lnSpc>
              <a:spcBef>
                <a:spcPts val="1000"/>
              </a:spcBef>
              <a:spcAft>
                <a:spcPts val="0"/>
              </a:spcAft>
              <a:buClr>
                <a:schemeClr val="accent2"/>
              </a:buClr>
              <a:buSzPct val="100000"/>
              <a:buFont typeface="Arial"/>
              <a:buChar char="•"/>
            </a:pPr>
            <a:r>
              <a:rPr lang="en-US"/>
              <a:t>Decision trees</a:t>
            </a:r>
            <a:endParaRPr/>
          </a:p>
          <a:p>
            <a:pPr indent="-292608" lvl="0" marL="292608" marR="0" rtl="0" algn="l">
              <a:lnSpc>
                <a:spcPct val="90000"/>
              </a:lnSpc>
              <a:spcBef>
                <a:spcPts val="1000"/>
              </a:spcBef>
              <a:spcAft>
                <a:spcPts val="0"/>
              </a:spcAft>
              <a:buClr>
                <a:schemeClr val="accent2"/>
              </a:buClr>
              <a:buSzPct val="100000"/>
              <a:buFont typeface="Arial"/>
              <a:buChar char="•"/>
            </a:pPr>
            <a:r>
              <a:rPr lang="en-US"/>
              <a:t>Decomposition</a:t>
            </a:r>
            <a:endParaRPr/>
          </a:p>
          <a:p>
            <a:pPr indent="-292608" lvl="0" marL="292608" marR="0" rtl="0" algn="l">
              <a:lnSpc>
                <a:spcPct val="90000"/>
              </a:lnSpc>
              <a:spcBef>
                <a:spcPts val="1000"/>
              </a:spcBef>
              <a:spcAft>
                <a:spcPts val="0"/>
              </a:spcAft>
              <a:buClr>
                <a:schemeClr val="accent2"/>
              </a:buClr>
              <a:buSzPct val="100000"/>
              <a:buFont typeface="Arial"/>
              <a:buChar char="•"/>
            </a:pPr>
            <a:r>
              <a:rPr lang="en-US"/>
              <a:t>DFD fragment</a:t>
            </a:r>
            <a:endParaRPr/>
          </a:p>
          <a:p>
            <a:pPr indent="-292608" lvl="0" marL="292608" marR="0" rtl="0" algn="l">
              <a:lnSpc>
                <a:spcPct val="90000"/>
              </a:lnSpc>
              <a:spcBef>
                <a:spcPts val="1000"/>
              </a:spcBef>
              <a:spcAft>
                <a:spcPts val="0"/>
              </a:spcAft>
              <a:buClr>
                <a:schemeClr val="accent2"/>
              </a:buClr>
              <a:buSzPct val="100000"/>
              <a:buFont typeface="Arial"/>
              <a:buChar char="•"/>
            </a:pPr>
            <a:r>
              <a:rPr lang="en-US"/>
              <a:t>Essential use cases</a:t>
            </a:r>
            <a:endParaRPr/>
          </a:p>
          <a:p>
            <a:pPr indent="-292608" lvl="0" marL="292608" marR="0" rtl="0" algn="l">
              <a:lnSpc>
                <a:spcPct val="90000"/>
              </a:lnSpc>
              <a:spcBef>
                <a:spcPts val="1000"/>
              </a:spcBef>
              <a:spcAft>
                <a:spcPts val="0"/>
              </a:spcAft>
              <a:buClr>
                <a:schemeClr val="accent2"/>
              </a:buClr>
              <a:buSzPct val="100000"/>
              <a:buFont typeface="Arial"/>
              <a:buChar char="•"/>
            </a:pPr>
            <a:r>
              <a:rPr lang="en-US"/>
              <a:t>Event-driven modeling</a:t>
            </a:r>
            <a:endParaRPr/>
          </a:p>
          <a:p>
            <a:pPr indent="-292608" lvl="0" marL="292608" marR="0" rtl="0" algn="l">
              <a:lnSpc>
                <a:spcPct val="90000"/>
              </a:lnSpc>
              <a:spcBef>
                <a:spcPts val="1000"/>
              </a:spcBef>
              <a:spcAft>
                <a:spcPts val="0"/>
              </a:spcAft>
              <a:buClr>
                <a:schemeClr val="accent2"/>
              </a:buClr>
              <a:buSzPct val="100000"/>
              <a:buFont typeface="Arial"/>
              <a:buChar char="•"/>
            </a:pPr>
            <a:r>
              <a:rPr lang="en-US"/>
              <a:t>Event triggers</a:t>
            </a:r>
            <a:endParaRPr/>
          </a:p>
          <a:p>
            <a:pPr indent="-292608" lvl="0" marL="292608" marR="0" rtl="0" algn="l">
              <a:lnSpc>
                <a:spcPct val="90000"/>
              </a:lnSpc>
              <a:spcBef>
                <a:spcPts val="1000"/>
              </a:spcBef>
              <a:spcAft>
                <a:spcPts val="0"/>
              </a:spcAft>
              <a:buClr>
                <a:schemeClr val="accent2"/>
              </a:buClr>
              <a:buSzPct val="100000"/>
              <a:buFont typeface="Arial"/>
              <a:buChar char="•"/>
            </a:pPr>
            <a:r>
              <a:rPr lang="en-US"/>
              <a:t>External entity</a:t>
            </a:r>
            <a:endParaRPr/>
          </a:p>
          <a:p>
            <a:pPr indent="-292608" lvl="0" marL="292608" marR="0" rtl="0" algn="l">
              <a:lnSpc>
                <a:spcPct val="90000"/>
              </a:lnSpc>
              <a:spcBef>
                <a:spcPts val="1000"/>
              </a:spcBef>
              <a:spcAft>
                <a:spcPts val="0"/>
              </a:spcAft>
              <a:buClr>
                <a:schemeClr val="accent2"/>
              </a:buClr>
              <a:buSzPct val="100000"/>
              <a:buFont typeface="Arial"/>
              <a:buChar char="•"/>
            </a:pPr>
            <a:r>
              <a:rPr lang="en-US"/>
              <a:t>External trigger</a:t>
            </a:r>
            <a:endParaRPr/>
          </a:p>
          <a:p>
            <a:pPr indent="-292608" lvl="0" marL="292608" marR="0" rtl="0" algn="l">
              <a:lnSpc>
                <a:spcPct val="90000"/>
              </a:lnSpc>
              <a:spcBef>
                <a:spcPts val="1000"/>
              </a:spcBef>
              <a:spcAft>
                <a:spcPts val="0"/>
              </a:spcAft>
              <a:buClr>
                <a:schemeClr val="accent2"/>
              </a:buClr>
              <a:buSzPct val="100000"/>
              <a:buFont typeface="Arial"/>
              <a:buChar char="•"/>
            </a:pPr>
            <a:r>
              <a:rPr lang="en-US"/>
              <a:t>Happy path</a:t>
            </a:r>
            <a:endParaRPr/>
          </a:p>
          <a:p>
            <a:pPr indent="-292608" lvl="0" marL="292608" marR="0" rtl="0" algn="l">
              <a:lnSpc>
                <a:spcPct val="90000"/>
              </a:lnSpc>
              <a:spcBef>
                <a:spcPts val="1000"/>
              </a:spcBef>
              <a:spcAft>
                <a:spcPts val="0"/>
              </a:spcAft>
              <a:buClr>
                <a:schemeClr val="accent2"/>
              </a:buClr>
              <a:buSzPct val="100000"/>
              <a:buFont typeface="Arial"/>
              <a:buChar char="•"/>
            </a:pPr>
            <a:r>
              <a:rPr lang="en-US"/>
              <a:t>IF statements</a:t>
            </a:r>
            <a:endParaRPr/>
          </a:p>
          <a:p>
            <a:pPr indent="-292608" lvl="0" marL="292608" marR="0" rtl="0" algn="l">
              <a:lnSpc>
                <a:spcPct val="90000"/>
              </a:lnSpc>
              <a:spcBef>
                <a:spcPts val="1000"/>
              </a:spcBef>
              <a:spcAft>
                <a:spcPts val="0"/>
              </a:spcAft>
              <a:buClr>
                <a:schemeClr val="accent2"/>
              </a:buClr>
              <a:buSzPct val="100000"/>
              <a:buFont typeface="Arial"/>
              <a:buChar char="•"/>
            </a:pPr>
            <a:r>
              <a:rPr lang="en-US"/>
              <a:t>Inputs</a:t>
            </a:r>
            <a:endParaRPr/>
          </a:p>
          <a:p>
            <a:pPr indent="-292608" lvl="0" marL="292608" marR="0" rtl="0" algn="l">
              <a:lnSpc>
                <a:spcPct val="90000"/>
              </a:lnSpc>
              <a:spcBef>
                <a:spcPts val="1000"/>
              </a:spcBef>
              <a:spcAft>
                <a:spcPts val="0"/>
              </a:spcAft>
              <a:buClr>
                <a:schemeClr val="accent2"/>
              </a:buClr>
              <a:buSzPct val="100000"/>
              <a:buFont typeface="Arial"/>
              <a:buChar char="•"/>
            </a:pPr>
            <a:r>
              <a:rPr lang="en-US"/>
              <a:t>Iteration</a:t>
            </a:r>
            <a:endParaRPr/>
          </a:p>
          <a:p>
            <a:pPr indent="-292608" lvl="0" marL="292608" marR="0" rtl="0" algn="l">
              <a:lnSpc>
                <a:spcPct val="90000"/>
              </a:lnSpc>
              <a:spcBef>
                <a:spcPts val="1000"/>
              </a:spcBef>
              <a:spcAft>
                <a:spcPts val="0"/>
              </a:spcAft>
              <a:buClr>
                <a:schemeClr val="accent2"/>
              </a:buClr>
              <a:buSzPct val="100000"/>
              <a:buFont typeface="Arial"/>
              <a:buChar char="•"/>
            </a:pPr>
            <a:r>
              <a:rPr lang="en-US"/>
              <a:t>Layout</a:t>
            </a:r>
            <a:endParaRPr/>
          </a:p>
          <a:p>
            <a:pPr indent="-292608" lvl="0" marL="292608" marR="0" rtl="0" algn="l">
              <a:lnSpc>
                <a:spcPct val="90000"/>
              </a:lnSpc>
              <a:spcBef>
                <a:spcPts val="1000"/>
              </a:spcBef>
              <a:spcAft>
                <a:spcPts val="0"/>
              </a:spcAft>
              <a:buClr>
                <a:schemeClr val="accent2"/>
              </a:buClr>
              <a:buSzPct val="100000"/>
              <a:buFont typeface="Arial"/>
              <a:buChar char="•"/>
            </a:pPr>
            <a:r>
              <a:rPr lang="en-US"/>
              <a:t>Level 0 diagram or level 0 DFD</a:t>
            </a:r>
            <a:endParaRPr/>
          </a:p>
          <a:p>
            <a:pPr indent="-292608" lvl="0" marL="292608" marR="0" rtl="0" algn="l">
              <a:lnSpc>
                <a:spcPct val="90000"/>
              </a:lnSpc>
              <a:spcBef>
                <a:spcPts val="1000"/>
              </a:spcBef>
              <a:spcAft>
                <a:spcPts val="0"/>
              </a:spcAft>
              <a:buClr>
                <a:schemeClr val="accent2"/>
              </a:buClr>
              <a:buSzPct val="100000"/>
              <a:buFont typeface="Arial"/>
              <a:buChar char="•"/>
            </a:pPr>
            <a:r>
              <a:rPr lang="en-US"/>
              <a:t>Level 1 diagram, or level 1 DFD</a:t>
            </a:r>
            <a:endParaRPr/>
          </a:p>
          <a:p>
            <a:pPr indent="-292608" lvl="0" marL="292608" marR="0" rtl="0" algn="l">
              <a:lnSpc>
                <a:spcPct val="90000"/>
              </a:lnSpc>
              <a:spcBef>
                <a:spcPts val="1000"/>
              </a:spcBef>
              <a:spcAft>
                <a:spcPts val="0"/>
              </a:spcAft>
              <a:buClr>
                <a:schemeClr val="accent2"/>
              </a:buClr>
              <a:buSzPct val="100000"/>
              <a:buFont typeface="Arial"/>
              <a:buChar char="•"/>
            </a:pPr>
            <a:r>
              <a:rPr lang="en-US"/>
              <a:t>Level 2 DFD</a:t>
            </a:r>
            <a:endParaRPr/>
          </a:p>
          <a:p>
            <a:pPr indent="-292608" lvl="0" marL="292608" marR="0" rtl="0" algn="l">
              <a:lnSpc>
                <a:spcPct val="90000"/>
              </a:lnSpc>
              <a:spcBef>
                <a:spcPts val="1000"/>
              </a:spcBef>
              <a:spcAft>
                <a:spcPts val="0"/>
              </a:spcAft>
              <a:buClr>
                <a:schemeClr val="accent2"/>
              </a:buClr>
              <a:buSzPct val="100000"/>
              <a:buFont typeface="Arial"/>
              <a:buChar char="•"/>
            </a:pPr>
            <a:r>
              <a:rPr lang="en-US"/>
              <a:t>Logical process model</a:t>
            </a:r>
            <a:endParaRPr/>
          </a:p>
          <a:p>
            <a:pPr indent="-292608" lvl="0" marL="292608" marR="0" rtl="0" algn="l">
              <a:lnSpc>
                <a:spcPct val="90000"/>
              </a:lnSpc>
              <a:spcBef>
                <a:spcPts val="1000"/>
              </a:spcBef>
              <a:spcAft>
                <a:spcPts val="0"/>
              </a:spcAft>
              <a:buClr>
                <a:schemeClr val="accent2"/>
              </a:buClr>
              <a:buSzPct val="100000"/>
              <a:buFont typeface="Arial"/>
              <a:buChar char="•"/>
            </a:pPr>
            <a:r>
              <a:rPr lang="en-US"/>
              <a:t>Outputs</a:t>
            </a:r>
            <a:endParaRPr/>
          </a:p>
        </p:txBody>
      </p:sp>
      <p:sp>
        <p:nvSpPr>
          <p:cNvPr id="677" name="Google Shape;677;p58"/>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678" name="Google Shape;678;p58"/>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59"/>
          <p:cNvSpPr txBox="1"/>
          <p:nvPr>
            <p:ph type="title"/>
          </p:nvPr>
        </p:nvSpPr>
        <p:spPr>
          <a:xfrm>
            <a:off x="406400" y="777241"/>
            <a:ext cx="11379200" cy="9753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lang="en-US"/>
              <a:t>Key Terms </a:t>
            </a:r>
            <a:r>
              <a:rPr lang="en-US" sz="2000"/>
              <a:t>Continued</a:t>
            </a:r>
            <a:endParaRPr/>
          </a:p>
        </p:txBody>
      </p:sp>
      <p:sp>
        <p:nvSpPr>
          <p:cNvPr id="684" name="Google Shape;684;p59"/>
          <p:cNvSpPr txBox="1"/>
          <p:nvPr>
            <p:ph idx="1" type="body"/>
          </p:nvPr>
        </p:nvSpPr>
        <p:spPr>
          <a:xfrm>
            <a:off x="406400" y="1752600"/>
            <a:ext cx="11379200" cy="4495800"/>
          </a:xfrm>
          <a:prstGeom prst="rect">
            <a:avLst/>
          </a:prstGeom>
          <a:noFill/>
          <a:ln>
            <a:noFill/>
          </a:ln>
        </p:spPr>
        <p:txBody>
          <a:bodyPr anchorCtr="0" anchor="t" bIns="45700" lIns="91425" spcFirstLastPara="1" rIns="91425" wrap="square" tIns="45700">
            <a:normAutofit/>
          </a:bodyPr>
          <a:lstStyle/>
          <a:p>
            <a:pPr indent="-292608" lvl="0" marL="292608" marR="0" rtl="0" algn="l">
              <a:lnSpc>
                <a:spcPct val="90000"/>
              </a:lnSpc>
              <a:spcBef>
                <a:spcPts val="0"/>
              </a:spcBef>
              <a:spcAft>
                <a:spcPts val="0"/>
              </a:spcAft>
              <a:buClr>
                <a:schemeClr val="accent2"/>
              </a:buClr>
              <a:buSzPts val="2800"/>
              <a:buFont typeface="Arial"/>
              <a:buChar char="•"/>
            </a:pPr>
            <a:r>
              <a:rPr lang="en-US"/>
              <a:t>Parent</a:t>
            </a:r>
            <a:endParaRPr/>
          </a:p>
          <a:p>
            <a:pPr indent="-292608" lvl="0" marL="292608" marR="0" rtl="0" algn="l">
              <a:lnSpc>
                <a:spcPct val="90000"/>
              </a:lnSpc>
              <a:spcBef>
                <a:spcPts val="1000"/>
              </a:spcBef>
              <a:spcAft>
                <a:spcPts val="0"/>
              </a:spcAft>
              <a:buClr>
                <a:schemeClr val="accent2"/>
              </a:buClr>
              <a:buSzPts val="2800"/>
              <a:buFont typeface="Arial"/>
              <a:buChar char="•"/>
            </a:pPr>
            <a:r>
              <a:rPr lang="en-US"/>
              <a:t>Physical model</a:t>
            </a:r>
            <a:endParaRPr/>
          </a:p>
          <a:p>
            <a:pPr indent="-292608" lvl="0" marL="292608" marR="0" rtl="0" algn="l">
              <a:lnSpc>
                <a:spcPct val="90000"/>
              </a:lnSpc>
              <a:spcBef>
                <a:spcPts val="1000"/>
              </a:spcBef>
              <a:spcAft>
                <a:spcPts val="0"/>
              </a:spcAft>
              <a:buClr>
                <a:schemeClr val="accent2"/>
              </a:buClr>
              <a:buSzPts val="2800"/>
              <a:buFont typeface="Arial"/>
              <a:buChar char="•"/>
            </a:pPr>
            <a:r>
              <a:rPr lang="en-US"/>
              <a:t>Postconditions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Preconditions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Primary actor</a:t>
            </a:r>
            <a:endParaRPr/>
          </a:p>
          <a:p>
            <a:pPr indent="-292608" lvl="0" marL="292608" marR="0" rtl="0" algn="l">
              <a:lnSpc>
                <a:spcPct val="90000"/>
              </a:lnSpc>
              <a:spcBef>
                <a:spcPts val="1000"/>
              </a:spcBef>
              <a:spcAft>
                <a:spcPts val="0"/>
              </a:spcAft>
              <a:buClr>
                <a:schemeClr val="accent2"/>
              </a:buClr>
              <a:buSzPts val="2800"/>
              <a:buFont typeface="Arial"/>
              <a:buChar char="•"/>
            </a:pPr>
            <a:r>
              <a:rPr lang="en-US"/>
              <a:t>Priority</a:t>
            </a:r>
            <a:endParaRPr/>
          </a:p>
          <a:p>
            <a:pPr indent="-292608" lvl="0" marL="292608" marR="0" rtl="0" algn="l">
              <a:lnSpc>
                <a:spcPct val="90000"/>
              </a:lnSpc>
              <a:spcBef>
                <a:spcPts val="1000"/>
              </a:spcBef>
              <a:spcAft>
                <a:spcPts val="0"/>
              </a:spcAft>
              <a:buClr>
                <a:schemeClr val="accent2"/>
              </a:buClr>
              <a:buSzPts val="2800"/>
              <a:buFont typeface="Arial"/>
              <a:buChar char="•"/>
            </a:pPr>
            <a:r>
              <a:rPr lang="en-US"/>
              <a:t>Process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Processes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Process model</a:t>
            </a:r>
            <a:endParaRPr/>
          </a:p>
          <a:p>
            <a:pPr indent="-292608" lvl="0" marL="292608" marR="0" rtl="0" algn="l">
              <a:lnSpc>
                <a:spcPct val="90000"/>
              </a:lnSpc>
              <a:spcBef>
                <a:spcPts val="1000"/>
              </a:spcBef>
              <a:spcAft>
                <a:spcPts val="0"/>
              </a:spcAft>
              <a:buClr>
                <a:schemeClr val="accent2"/>
              </a:buClr>
              <a:buSzPts val="2800"/>
              <a:buFont typeface="Arial"/>
              <a:buChar char="•"/>
            </a:pPr>
            <a:r>
              <a:rPr lang="en-US"/>
              <a:t>Role-play</a:t>
            </a:r>
            <a:endParaRPr/>
          </a:p>
          <a:p>
            <a:pPr indent="-292608" lvl="0" marL="292608" marR="0" rtl="0" algn="l">
              <a:lnSpc>
                <a:spcPct val="90000"/>
              </a:lnSpc>
              <a:spcBef>
                <a:spcPts val="1000"/>
              </a:spcBef>
              <a:spcAft>
                <a:spcPts val="0"/>
              </a:spcAft>
              <a:buClr>
                <a:schemeClr val="accent2"/>
              </a:buClr>
              <a:buSzPts val="2800"/>
              <a:buFont typeface="Arial"/>
              <a:buChar char="•"/>
            </a:pPr>
            <a:r>
              <a:rPr lang="en-US"/>
              <a:t>Semantics error</a:t>
            </a:r>
            <a:endParaRPr/>
          </a:p>
          <a:p>
            <a:pPr indent="-292608" lvl="0" marL="292608" marR="0" rtl="0" algn="l">
              <a:lnSpc>
                <a:spcPct val="90000"/>
              </a:lnSpc>
              <a:spcBef>
                <a:spcPts val="1000"/>
              </a:spcBef>
              <a:spcAft>
                <a:spcPts val="0"/>
              </a:spcAft>
              <a:buClr>
                <a:schemeClr val="accent2"/>
              </a:buClr>
              <a:buSzPts val="2800"/>
              <a:buFont typeface="Arial"/>
              <a:buChar char="•"/>
            </a:pPr>
            <a:r>
              <a:rPr lang="en-US"/>
              <a:t>Step</a:t>
            </a:r>
            <a:endParaRPr/>
          </a:p>
          <a:p>
            <a:pPr indent="-292608" lvl="0" marL="292608" marR="0" rtl="0" algn="l">
              <a:lnSpc>
                <a:spcPct val="90000"/>
              </a:lnSpc>
              <a:spcBef>
                <a:spcPts val="1000"/>
              </a:spcBef>
              <a:spcAft>
                <a:spcPts val="0"/>
              </a:spcAft>
              <a:buClr>
                <a:schemeClr val="accent2"/>
              </a:buClr>
              <a:buSzPts val="2800"/>
              <a:buFont typeface="Arial"/>
              <a:buChar char="•"/>
            </a:pPr>
            <a:r>
              <a:rPr lang="en-US"/>
              <a:t>Structured English</a:t>
            </a:r>
            <a:endParaRPr/>
          </a:p>
          <a:p>
            <a:pPr indent="-292608" lvl="0" marL="292608" marR="0" rtl="0" algn="l">
              <a:lnSpc>
                <a:spcPct val="90000"/>
              </a:lnSpc>
              <a:spcBef>
                <a:spcPts val="1000"/>
              </a:spcBef>
              <a:spcAft>
                <a:spcPts val="0"/>
              </a:spcAft>
              <a:buClr>
                <a:schemeClr val="accent2"/>
              </a:buClr>
              <a:buSzPts val="2800"/>
              <a:buFont typeface="Arial"/>
              <a:buChar char="•"/>
            </a:pPr>
            <a:r>
              <a:rPr lang="en-US"/>
              <a:t>Syntax error</a:t>
            </a:r>
            <a:endParaRPr/>
          </a:p>
          <a:p>
            <a:pPr indent="-292608" lvl="0" marL="292608" marR="0" rtl="0" algn="l">
              <a:lnSpc>
                <a:spcPct val="90000"/>
              </a:lnSpc>
              <a:spcBef>
                <a:spcPts val="1000"/>
              </a:spcBef>
              <a:spcAft>
                <a:spcPts val="0"/>
              </a:spcAft>
              <a:buClr>
                <a:schemeClr val="accent2"/>
              </a:buClr>
              <a:buSzPts val="2800"/>
              <a:buFont typeface="Arial"/>
              <a:buChar char="•"/>
            </a:pPr>
            <a:r>
              <a:rPr lang="en-US"/>
              <a:t>Temporal trigger</a:t>
            </a:r>
            <a:endParaRPr/>
          </a:p>
          <a:p>
            <a:pPr indent="-292608" lvl="0" marL="292608" marR="0" rtl="0" algn="l">
              <a:lnSpc>
                <a:spcPct val="90000"/>
              </a:lnSpc>
              <a:spcBef>
                <a:spcPts val="1000"/>
              </a:spcBef>
              <a:spcAft>
                <a:spcPts val="0"/>
              </a:spcAft>
              <a:buClr>
                <a:schemeClr val="accent2"/>
              </a:buClr>
              <a:buSzPts val="2800"/>
              <a:buFont typeface="Arial"/>
              <a:buChar char="•"/>
            </a:pPr>
            <a:r>
              <a:rPr lang="en-US"/>
              <a:t>Trigger</a:t>
            </a:r>
            <a:endParaRPr/>
          </a:p>
          <a:p>
            <a:pPr indent="-292608" lvl="0" marL="292608" marR="0" rtl="0" algn="l">
              <a:lnSpc>
                <a:spcPct val="90000"/>
              </a:lnSpc>
              <a:spcBef>
                <a:spcPts val="1000"/>
              </a:spcBef>
              <a:spcAft>
                <a:spcPts val="0"/>
              </a:spcAft>
              <a:buClr>
                <a:schemeClr val="accent2"/>
              </a:buClr>
              <a:buSzPts val="2800"/>
              <a:buFont typeface="Arial"/>
              <a:buChar char="•"/>
            </a:pPr>
            <a:r>
              <a:rPr lang="en-US"/>
              <a:t>Use case</a:t>
            </a:r>
            <a:endParaRPr/>
          </a:p>
          <a:p>
            <a:pPr indent="-292608" lvl="0" marL="292608" marR="0" rtl="0" algn="l">
              <a:lnSpc>
                <a:spcPct val="90000"/>
              </a:lnSpc>
              <a:spcBef>
                <a:spcPts val="1000"/>
              </a:spcBef>
              <a:spcAft>
                <a:spcPts val="0"/>
              </a:spcAft>
              <a:buClr>
                <a:schemeClr val="accent2"/>
              </a:buClr>
              <a:buSzPts val="2800"/>
              <a:buFont typeface="Arial"/>
              <a:buChar char="•"/>
            </a:pPr>
            <a:r>
              <a:rPr lang="en-US"/>
              <a:t>Use case packages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User requirements</a:t>
            </a:r>
            <a:endParaRPr/>
          </a:p>
          <a:p>
            <a:pPr indent="-292608" lvl="0" marL="292608" marR="0" rtl="0" algn="l">
              <a:lnSpc>
                <a:spcPct val="90000"/>
              </a:lnSpc>
              <a:spcBef>
                <a:spcPts val="1000"/>
              </a:spcBef>
              <a:spcAft>
                <a:spcPts val="0"/>
              </a:spcAft>
              <a:buClr>
                <a:schemeClr val="accent2"/>
              </a:buClr>
              <a:buSzPts val="2800"/>
              <a:buFont typeface="Arial"/>
              <a:buChar char="•"/>
            </a:pPr>
            <a:r>
              <a:rPr lang="en-US"/>
              <a:t>User role</a:t>
            </a:r>
            <a:endParaRPr/>
          </a:p>
          <a:p>
            <a:pPr indent="-292608" lvl="0" marL="292608" marR="0" rtl="0" algn="l">
              <a:lnSpc>
                <a:spcPct val="90000"/>
              </a:lnSpc>
              <a:spcBef>
                <a:spcPts val="1000"/>
              </a:spcBef>
              <a:spcAft>
                <a:spcPts val="0"/>
              </a:spcAft>
              <a:buClr>
                <a:schemeClr val="accent2"/>
              </a:buClr>
              <a:buSzPts val="2800"/>
              <a:buFont typeface="Arial"/>
              <a:buChar char="•"/>
            </a:pPr>
            <a:r>
              <a:rPr lang="en-US"/>
              <a:t>Viewpoint</a:t>
            </a:r>
            <a:endParaRPr/>
          </a:p>
          <a:p>
            <a:pPr indent="-292608" lvl="0" marL="292608" marR="0" rtl="0" algn="l">
              <a:lnSpc>
                <a:spcPct val="90000"/>
              </a:lnSpc>
              <a:spcBef>
                <a:spcPts val="1000"/>
              </a:spcBef>
              <a:spcAft>
                <a:spcPts val="0"/>
              </a:spcAft>
              <a:buClr>
                <a:schemeClr val="accent2"/>
              </a:buClr>
              <a:buSzPts val="2800"/>
              <a:buFont typeface="Arial"/>
              <a:buChar char="•"/>
            </a:pPr>
            <a:r>
              <a:rPr lang="en-US"/>
              <a:t>Visualization</a:t>
            </a:r>
            <a:endParaRPr/>
          </a:p>
          <a:p>
            <a:pPr indent="-114808" lvl="0" marL="292608" marR="0" rtl="0" algn="l">
              <a:lnSpc>
                <a:spcPct val="90000"/>
              </a:lnSpc>
              <a:spcBef>
                <a:spcPts val="1000"/>
              </a:spcBef>
              <a:spcAft>
                <a:spcPts val="0"/>
              </a:spcAft>
              <a:buClr>
                <a:schemeClr val="accent2"/>
              </a:buClr>
              <a:buSzPts val="2800"/>
              <a:buFont typeface="Arial"/>
              <a:buNone/>
            </a:pPr>
            <a:r>
              <a:t/>
            </a:r>
            <a:endParaRPr/>
          </a:p>
        </p:txBody>
      </p:sp>
      <p:sp>
        <p:nvSpPr>
          <p:cNvPr id="685" name="Google Shape;685;p59"/>
          <p:cNvSpPr txBox="1"/>
          <p:nvPr>
            <p:ph idx="12" type="sldNum"/>
          </p:nvPr>
        </p:nvSpPr>
        <p:spPr>
          <a:xfrm>
            <a:off x="8610600" y="6356351"/>
            <a:ext cx="3175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4-</a:t>
            </a:r>
            <a:fld id="{00000000-1234-1234-1234-123412341234}" type="slidenum">
              <a:rPr lang="en-US"/>
              <a:t>‹#›</a:t>
            </a:fld>
            <a:endParaRPr/>
          </a:p>
        </p:txBody>
      </p:sp>
      <p:sp>
        <p:nvSpPr>
          <p:cNvPr id="686" name="Google Shape;686;p59"/>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©2022 John Wiley &amp; Sons, Inc.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Image Slide Mast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ncept Check Ques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Key Term">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Chapter Outline">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Sec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Learning Objectives">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Open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2021-04-29T19:32:45Z</dcterms:created>
  <dc:creator>Ronny Richardson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0x0101006FFC5FF765D7D64998B8A00072F6BAD5</vt:lpwstr>
  </property>
</Properties>
</file>