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3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4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5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6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39" r:id="rId4"/>
    <p:sldMasterId id="2147483936" r:id="rId5"/>
    <p:sldMasterId id="2147483943" r:id="rId6"/>
    <p:sldMasterId id="2147483965" r:id="rId7"/>
    <p:sldMasterId id="2147483968" r:id="rId8"/>
    <p:sldMasterId id="2147483971" r:id="rId9"/>
    <p:sldMasterId id="2147483976" r:id="rId10"/>
  </p:sldMasterIdLst>
  <p:notesMasterIdLst>
    <p:notesMasterId r:id="rId66"/>
  </p:notesMasterIdLst>
  <p:handoutMasterIdLst>
    <p:handoutMasterId r:id="rId67"/>
  </p:handout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73" r:id="rId28"/>
    <p:sldId id="274" r:id="rId29"/>
    <p:sldId id="275" r:id="rId30"/>
    <p:sldId id="276" r:id="rId31"/>
    <p:sldId id="277" r:id="rId32"/>
    <p:sldId id="278" r:id="rId33"/>
    <p:sldId id="279" r:id="rId34"/>
    <p:sldId id="280" r:id="rId35"/>
    <p:sldId id="281" r:id="rId36"/>
    <p:sldId id="282" r:id="rId37"/>
    <p:sldId id="283" r:id="rId38"/>
    <p:sldId id="284" r:id="rId39"/>
    <p:sldId id="285" r:id="rId40"/>
    <p:sldId id="286" r:id="rId41"/>
    <p:sldId id="287" r:id="rId42"/>
    <p:sldId id="288" r:id="rId43"/>
    <p:sldId id="289" r:id="rId44"/>
    <p:sldId id="290" r:id="rId45"/>
    <p:sldId id="291" r:id="rId46"/>
    <p:sldId id="292" r:id="rId47"/>
    <p:sldId id="293" r:id="rId48"/>
    <p:sldId id="294" r:id="rId49"/>
    <p:sldId id="295" r:id="rId50"/>
    <p:sldId id="296" r:id="rId51"/>
    <p:sldId id="297" r:id="rId52"/>
    <p:sldId id="298" r:id="rId53"/>
    <p:sldId id="299" r:id="rId54"/>
    <p:sldId id="300" r:id="rId55"/>
    <p:sldId id="301" r:id="rId56"/>
    <p:sldId id="302" r:id="rId57"/>
    <p:sldId id="303" r:id="rId58"/>
    <p:sldId id="304" r:id="rId59"/>
    <p:sldId id="305" r:id="rId60"/>
    <p:sldId id="306" r:id="rId61"/>
    <p:sldId id="307" r:id="rId62"/>
    <p:sldId id="308" r:id="rId63"/>
    <p:sldId id="309" r:id="rId64"/>
    <p:sldId id="310" r:id="rId65"/>
  </p:sldIdLst>
  <p:sldSz cx="12192000" cy="6858000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Garvin, Megan - Hoboken" initials="MG" lastIdx="38" clrIdx="0"/>
  <p:cmAuthor id="1" name="Michael, Leah - Indianapolis" initials="LM" lastIdx="9" clrIdx="1"/>
  <p:cmAuthor id="2" name="Heaney, Barbara - Hoboken" initials="BH" lastIdx="3" clrIdx="2"/>
  <p:cmAuthor id="3" name="Perry, Nancy - Hoboken" initials="NP" lastIdx="21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EAE9"/>
    <a:srgbClr val="E4E5E3"/>
    <a:srgbClr val="F2F2F1"/>
    <a:srgbClr val="EB97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B50358A-E957-47EB-971B-8F54F380F7CE}" v="6" dt="2020-03-10T16:04:48.8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0" autoAdjust="0"/>
    <p:restoredTop sz="95748" autoAdjust="0"/>
  </p:normalViewPr>
  <p:slideViewPr>
    <p:cSldViewPr>
      <p:cViewPr varScale="1">
        <p:scale>
          <a:sx n="100" d="100"/>
          <a:sy n="100" d="100"/>
        </p:scale>
        <p:origin x="400" y="17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40260"/>
    </p:cViewPr>
  </p:outlineViewPr>
  <p:notesTextViewPr>
    <p:cViewPr>
      <p:scale>
        <a:sx n="66" d="100"/>
        <a:sy n="66" d="100"/>
      </p:scale>
      <p:origin x="0" y="0"/>
    </p:cViewPr>
  </p:notesTextViewPr>
  <p:sorterViewPr>
    <p:cViewPr>
      <p:scale>
        <a:sx n="70" d="100"/>
        <a:sy n="70" d="100"/>
      </p:scale>
      <p:origin x="0" y="6254"/>
    </p:cViewPr>
  </p:sorterViewPr>
  <p:notesViewPr>
    <p:cSldViewPr>
      <p:cViewPr varScale="1">
        <p:scale>
          <a:sx n="79" d="100"/>
          <a:sy n="79" d="100"/>
        </p:scale>
        <p:origin x="3328" y="208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6.xml"/><Relationship Id="rId21" Type="http://schemas.openxmlformats.org/officeDocument/2006/relationships/slide" Target="slides/slide11.xml"/><Relationship Id="rId42" Type="http://schemas.openxmlformats.org/officeDocument/2006/relationships/slide" Target="slides/slide32.xml"/><Relationship Id="rId47" Type="http://schemas.openxmlformats.org/officeDocument/2006/relationships/slide" Target="slides/slide37.xml"/><Relationship Id="rId63" Type="http://schemas.openxmlformats.org/officeDocument/2006/relationships/slide" Target="slides/slide53.xml"/><Relationship Id="rId68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6.xml"/><Relationship Id="rId29" Type="http://schemas.openxmlformats.org/officeDocument/2006/relationships/slide" Target="slides/slide19.xml"/><Relationship Id="rId11" Type="http://schemas.openxmlformats.org/officeDocument/2006/relationships/slide" Target="slides/slide1.xml"/><Relationship Id="rId24" Type="http://schemas.openxmlformats.org/officeDocument/2006/relationships/slide" Target="slides/slide14.xml"/><Relationship Id="rId32" Type="http://schemas.openxmlformats.org/officeDocument/2006/relationships/slide" Target="slides/slide22.xml"/><Relationship Id="rId37" Type="http://schemas.openxmlformats.org/officeDocument/2006/relationships/slide" Target="slides/slide27.xml"/><Relationship Id="rId40" Type="http://schemas.openxmlformats.org/officeDocument/2006/relationships/slide" Target="slides/slide30.xml"/><Relationship Id="rId45" Type="http://schemas.openxmlformats.org/officeDocument/2006/relationships/slide" Target="slides/slide35.xml"/><Relationship Id="rId53" Type="http://schemas.openxmlformats.org/officeDocument/2006/relationships/slide" Target="slides/slide43.xml"/><Relationship Id="rId58" Type="http://schemas.openxmlformats.org/officeDocument/2006/relationships/slide" Target="slides/slide48.xml"/><Relationship Id="rId66" Type="http://schemas.openxmlformats.org/officeDocument/2006/relationships/notesMaster" Target="notesMasters/notesMaster1.xml"/><Relationship Id="rId74" Type="http://schemas.microsoft.com/office/2015/10/relationships/revisionInfo" Target="revisionInfo.xml"/><Relationship Id="rId5" Type="http://schemas.openxmlformats.org/officeDocument/2006/relationships/slideMaster" Target="slideMasters/slideMaster2.xml"/><Relationship Id="rId61" Type="http://schemas.openxmlformats.org/officeDocument/2006/relationships/slide" Target="slides/slide51.xml"/><Relationship Id="rId19" Type="http://schemas.openxmlformats.org/officeDocument/2006/relationships/slide" Target="slides/slide9.xml"/><Relationship Id="rId14" Type="http://schemas.openxmlformats.org/officeDocument/2006/relationships/slide" Target="slides/slide4.xml"/><Relationship Id="rId22" Type="http://schemas.openxmlformats.org/officeDocument/2006/relationships/slide" Target="slides/slide12.xml"/><Relationship Id="rId27" Type="http://schemas.openxmlformats.org/officeDocument/2006/relationships/slide" Target="slides/slide17.xml"/><Relationship Id="rId30" Type="http://schemas.openxmlformats.org/officeDocument/2006/relationships/slide" Target="slides/slide20.xml"/><Relationship Id="rId35" Type="http://schemas.openxmlformats.org/officeDocument/2006/relationships/slide" Target="slides/slide25.xml"/><Relationship Id="rId43" Type="http://schemas.openxmlformats.org/officeDocument/2006/relationships/slide" Target="slides/slide33.xml"/><Relationship Id="rId48" Type="http://schemas.openxmlformats.org/officeDocument/2006/relationships/slide" Target="slides/slide38.xml"/><Relationship Id="rId56" Type="http://schemas.openxmlformats.org/officeDocument/2006/relationships/slide" Target="slides/slide46.xml"/><Relationship Id="rId64" Type="http://schemas.openxmlformats.org/officeDocument/2006/relationships/slide" Target="slides/slide54.xml"/><Relationship Id="rId69" Type="http://schemas.openxmlformats.org/officeDocument/2006/relationships/presProps" Target="presProps.xml"/><Relationship Id="rId8" Type="http://schemas.openxmlformats.org/officeDocument/2006/relationships/slideMaster" Target="slideMasters/slideMaster5.xml"/><Relationship Id="rId51" Type="http://schemas.openxmlformats.org/officeDocument/2006/relationships/slide" Target="slides/slide41.xml"/><Relationship Id="rId72" Type="http://schemas.openxmlformats.org/officeDocument/2006/relationships/tableStyles" Target="tableStyles.xml"/><Relationship Id="rId3" Type="http://schemas.openxmlformats.org/officeDocument/2006/relationships/customXml" Target="../customXml/item3.xml"/><Relationship Id="rId12" Type="http://schemas.openxmlformats.org/officeDocument/2006/relationships/slide" Target="slides/slide2.xml"/><Relationship Id="rId17" Type="http://schemas.openxmlformats.org/officeDocument/2006/relationships/slide" Target="slides/slide7.xml"/><Relationship Id="rId25" Type="http://schemas.openxmlformats.org/officeDocument/2006/relationships/slide" Target="slides/slide15.xml"/><Relationship Id="rId33" Type="http://schemas.openxmlformats.org/officeDocument/2006/relationships/slide" Target="slides/slide23.xml"/><Relationship Id="rId38" Type="http://schemas.openxmlformats.org/officeDocument/2006/relationships/slide" Target="slides/slide28.xml"/><Relationship Id="rId46" Type="http://schemas.openxmlformats.org/officeDocument/2006/relationships/slide" Target="slides/slide36.xml"/><Relationship Id="rId59" Type="http://schemas.openxmlformats.org/officeDocument/2006/relationships/slide" Target="slides/slide49.xml"/><Relationship Id="rId67" Type="http://schemas.openxmlformats.org/officeDocument/2006/relationships/handoutMaster" Target="handoutMasters/handoutMaster1.xml"/><Relationship Id="rId20" Type="http://schemas.openxmlformats.org/officeDocument/2006/relationships/slide" Target="slides/slide10.xml"/><Relationship Id="rId41" Type="http://schemas.openxmlformats.org/officeDocument/2006/relationships/slide" Target="slides/slide31.xml"/><Relationship Id="rId54" Type="http://schemas.openxmlformats.org/officeDocument/2006/relationships/slide" Target="slides/slide44.xml"/><Relationship Id="rId62" Type="http://schemas.openxmlformats.org/officeDocument/2006/relationships/slide" Target="slides/slide52.xml"/><Relationship Id="rId7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5.xml"/><Relationship Id="rId23" Type="http://schemas.openxmlformats.org/officeDocument/2006/relationships/slide" Target="slides/slide13.xml"/><Relationship Id="rId28" Type="http://schemas.openxmlformats.org/officeDocument/2006/relationships/slide" Target="slides/slide18.xml"/><Relationship Id="rId36" Type="http://schemas.openxmlformats.org/officeDocument/2006/relationships/slide" Target="slides/slide26.xml"/><Relationship Id="rId49" Type="http://schemas.openxmlformats.org/officeDocument/2006/relationships/slide" Target="slides/slide39.xml"/><Relationship Id="rId57" Type="http://schemas.openxmlformats.org/officeDocument/2006/relationships/slide" Target="slides/slide47.xml"/><Relationship Id="rId10" Type="http://schemas.openxmlformats.org/officeDocument/2006/relationships/slideMaster" Target="slideMasters/slideMaster7.xml"/><Relationship Id="rId31" Type="http://schemas.openxmlformats.org/officeDocument/2006/relationships/slide" Target="slides/slide21.xml"/><Relationship Id="rId44" Type="http://schemas.openxmlformats.org/officeDocument/2006/relationships/slide" Target="slides/slide34.xml"/><Relationship Id="rId52" Type="http://schemas.openxmlformats.org/officeDocument/2006/relationships/slide" Target="slides/slide42.xml"/><Relationship Id="rId60" Type="http://schemas.openxmlformats.org/officeDocument/2006/relationships/slide" Target="slides/slide50.xml"/><Relationship Id="rId65" Type="http://schemas.openxmlformats.org/officeDocument/2006/relationships/slide" Target="slides/slide55.xml"/><Relationship Id="rId73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3" Type="http://schemas.openxmlformats.org/officeDocument/2006/relationships/slide" Target="slides/slide3.xml"/><Relationship Id="rId18" Type="http://schemas.openxmlformats.org/officeDocument/2006/relationships/slide" Target="slides/slide8.xml"/><Relationship Id="rId39" Type="http://schemas.openxmlformats.org/officeDocument/2006/relationships/slide" Target="slides/slide29.xml"/><Relationship Id="rId34" Type="http://schemas.openxmlformats.org/officeDocument/2006/relationships/slide" Target="slides/slide24.xml"/><Relationship Id="rId50" Type="http://schemas.openxmlformats.org/officeDocument/2006/relationships/slide" Target="slides/slide40.xml"/><Relationship Id="rId55" Type="http://schemas.openxmlformats.org/officeDocument/2006/relationships/slide" Target="slides/slide45.xml"/><Relationship Id="rId7" Type="http://schemas.openxmlformats.org/officeDocument/2006/relationships/slideMaster" Target="slideMasters/slideMaster4.xml"/><Relationship Id="rId71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owarth, Judy" userId="88019a05-5656-4d0d-a3d1-1931a654ed73" providerId="ADAL" clId="{8B50358A-E957-47EB-971B-8F54F380F7CE}"/>
    <pc:docChg chg="undo custSel delSld modSld">
      <pc:chgData name="Howarth, Judy" userId="88019a05-5656-4d0d-a3d1-1931a654ed73" providerId="ADAL" clId="{8B50358A-E957-47EB-971B-8F54F380F7CE}" dt="2020-03-10T16:05:15.247" v="221" actId="20577"/>
      <pc:docMkLst>
        <pc:docMk/>
      </pc:docMkLst>
      <pc:sldChg chg="modSp">
        <pc:chgData name="Howarth, Judy" userId="88019a05-5656-4d0d-a3d1-1931a654ed73" providerId="ADAL" clId="{8B50358A-E957-47EB-971B-8F54F380F7CE}" dt="2020-03-10T16:05:15.247" v="221" actId="20577"/>
        <pc:sldMkLst>
          <pc:docMk/>
          <pc:sldMk cId="1909659219" sldId="256"/>
        </pc:sldMkLst>
        <pc:spChg chg="mod">
          <ac:chgData name="Howarth, Judy" userId="88019a05-5656-4d0d-a3d1-1931a654ed73" providerId="ADAL" clId="{8B50358A-E957-47EB-971B-8F54F380F7CE}" dt="2020-03-10T15:50:05.044" v="16" actId="255"/>
          <ac:spMkLst>
            <pc:docMk/>
            <pc:sldMk cId="1909659219" sldId="256"/>
            <ac:spMk id="2" creationId="{00000000-0000-0000-0000-000000000000}"/>
          </ac:spMkLst>
        </pc:spChg>
        <pc:spChg chg="mod">
          <ac:chgData name="Howarth, Judy" userId="88019a05-5656-4d0d-a3d1-1931a654ed73" providerId="ADAL" clId="{8B50358A-E957-47EB-971B-8F54F380F7CE}" dt="2020-03-10T15:50:08.252" v="22" actId="20577"/>
          <ac:spMkLst>
            <pc:docMk/>
            <pc:sldMk cId="1909659219" sldId="256"/>
            <ac:spMk id="3" creationId="{00000000-0000-0000-0000-000000000000}"/>
          </ac:spMkLst>
        </pc:spChg>
        <pc:spChg chg="mod">
          <ac:chgData name="Howarth, Judy" userId="88019a05-5656-4d0d-a3d1-1931a654ed73" providerId="ADAL" clId="{8B50358A-E957-47EB-971B-8F54F380F7CE}" dt="2020-03-10T16:05:07.415" v="211" actId="20577"/>
          <ac:spMkLst>
            <pc:docMk/>
            <pc:sldMk cId="1909659219" sldId="256"/>
            <ac:spMk id="4" creationId="{00000000-0000-0000-0000-000000000000}"/>
          </ac:spMkLst>
        </pc:spChg>
        <pc:spChg chg="mod">
          <ac:chgData name="Howarth, Judy" userId="88019a05-5656-4d0d-a3d1-1931a654ed73" providerId="ADAL" clId="{8B50358A-E957-47EB-971B-8F54F380F7CE}" dt="2020-03-10T16:05:15.247" v="221" actId="20577"/>
          <ac:spMkLst>
            <pc:docMk/>
            <pc:sldMk cId="1909659219" sldId="256"/>
            <ac:spMk id="6" creationId="{00000000-0000-0000-0000-000000000000}"/>
          </ac:spMkLst>
        </pc:spChg>
      </pc:sldChg>
      <pc:sldChg chg="del">
        <pc:chgData name="Howarth, Judy" userId="88019a05-5656-4d0d-a3d1-1931a654ed73" providerId="ADAL" clId="{8B50358A-E957-47EB-971B-8F54F380F7CE}" dt="2020-03-10T15:55:04.247" v="66" actId="2696"/>
        <pc:sldMkLst>
          <pc:docMk/>
          <pc:sldMk cId="1499389318" sldId="257"/>
        </pc:sldMkLst>
      </pc:sldChg>
      <pc:sldChg chg="modSp">
        <pc:chgData name="Howarth, Judy" userId="88019a05-5656-4d0d-a3d1-1931a654ed73" providerId="ADAL" clId="{8B50358A-E957-47EB-971B-8F54F380F7CE}" dt="2020-03-10T15:57:20.209" v="94" actId="20577"/>
        <pc:sldMkLst>
          <pc:docMk/>
          <pc:sldMk cId="1663153728" sldId="258"/>
        </pc:sldMkLst>
        <pc:spChg chg="mod">
          <ac:chgData name="Howarth, Judy" userId="88019a05-5656-4d0d-a3d1-1931a654ed73" providerId="ADAL" clId="{8B50358A-E957-47EB-971B-8F54F380F7CE}" dt="2020-03-10T15:57:20.209" v="94" actId="20577"/>
          <ac:spMkLst>
            <pc:docMk/>
            <pc:sldMk cId="1663153728" sldId="258"/>
            <ac:spMk id="2" creationId="{00000000-0000-0000-0000-000000000000}"/>
          </ac:spMkLst>
        </pc:spChg>
        <pc:spChg chg="mod">
          <ac:chgData name="Howarth, Judy" userId="88019a05-5656-4d0d-a3d1-1931a654ed73" providerId="ADAL" clId="{8B50358A-E957-47EB-971B-8F54F380F7CE}" dt="2020-03-10T15:57:07.250" v="87" actId="20577"/>
          <ac:spMkLst>
            <pc:docMk/>
            <pc:sldMk cId="1663153728" sldId="258"/>
            <ac:spMk id="6" creationId="{00000000-0000-0000-0000-000000000000}"/>
          </ac:spMkLst>
        </pc:spChg>
      </pc:sldChg>
      <pc:sldChg chg="del">
        <pc:chgData name="Howarth, Judy" userId="88019a05-5656-4d0d-a3d1-1931a654ed73" providerId="ADAL" clId="{8B50358A-E957-47EB-971B-8F54F380F7CE}" dt="2020-03-10T15:57:13.001" v="88" actId="2696"/>
        <pc:sldMkLst>
          <pc:docMk/>
          <pc:sldMk cId="1525907774" sldId="259"/>
        </pc:sldMkLst>
      </pc:sldChg>
      <pc:sldChg chg="del">
        <pc:chgData name="Howarth, Judy" userId="88019a05-5656-4d0d-a3d1-1931a654ed73" providerId="ADAL" clId="{8B50358A-E957-47EB-971B-8F54F380F7CE}" dt="2020-03-10T15:57:27.995" v="96" actId="2696"/>
        <pc:sldMkLst>
          <pc:docMk/>
          <pc:sldMk cId="135406596" sldId="260"/>
        </pc:sldMkLst>
      </pc:sldChg>
      <pc:sldChg chg="del">
        <pc:chgData name="Howarth, Judy" userId="88019a05-5656-4d0d-a3d1-1931a654ed73" providerId="ADAL" clId="{8B50358A-E957-47EB-971B-8F54F380F7CE}" dt="2020-03-10T15:57:26.676" v="95" actId="2696"/>
        <pc:sldMkLst>
          <pc:docMk/>
          <pc:sldMk cId="179564966" sldId="261"/>
        </pc:sldMkLst>
      </pc:sldChg>
      <pc:sldChg chg="del">
        <pc:chgData name="Howarth, Judy" userId="88019a05-5656-4d0d-a3d1-1931a654ed73" providerId="ADAL" clId="{8B50358A-E957-47EB-971B-8F54F380F7CE}" dt="2020-03-10T15:57:29.663" v="97" actId="2696"/>
        <pc:sldMkLst>
          <pc:docMk/>
          <pc:sldMk cId="261660464" sldId="262"/>
        </pc:sldMkLst>
      </pc:sldChg>
      <pc:sldChg chg="del">
        <pc:chgData name="Howarth, Judy" userId="88019a05-5656-4d0d-a3d1-1931a654ed73" providerId="ADAL" clId="{8B50358A-E957-47EB-971B-8F54F380F7CE}" dt="2020-03-10T15:57:33.246" v="98" actId="2696"/>
        <pc:sldMkLst>
          <pc:docMk/>
          <pc:sldMk cId="1035247850" sldId="263"/>
        </pc:sldMkLst>
      </pc:sldChg>
      <pc:sldChg chg="del">
        <pc:chgData name="Howarth, Judy" userId="88019a05-5656-4d0d-a3d1-1931a654ed73" providerId="ADAL" clId="{8B50358A-E957-47EB-971B-8F54F380F7CE}" dt="2020-03-10T15:57:34.001" v="99" actId="2696"/>
        <pc:sldMkLst>
          <pc:docMk/>
          <pc:sldMk cId="940919996" sldId="264"/>
        </pc:sldMkLst>
      </pc:sldChg>
      <pc:sldChg chg="del">
        <pc:chgData name="Howarth, Judy" userId="88019a05-5656-4d0d-a3d1-1931a654ed73" providerId="ADAL" clId="{8B50358A-E957-47EB-971B-8F54F380F7CE}" dt="2020-03-10T15:57:35.051" v="100" actId="2696"/>
        <pc:sldMkLst>
          <pc:docMk/>
          <pc:sldMk cId="928245765" sldId="265"/>
        </pc:sldMkLst>
      </pc:sldChg>
      <pc:sldChg chg="del">
        <pc:chgData name="Howarth, Judy" userId="88019a05-5656-4d0d-a3d1-1931a654ed73" providerId="ADAL" clId="{8B50358A-E957-47EB-971B-8F54F380F7CE}" dt="2020-03-10T15:57:36.075" v="101" actId="2696"/>
        <pc:sldMkLst>
          <pc:docMk/>
          <pc:sldMk cId="895276841" sldId="266"/>
        </pc:sldMkLst>
      </pc:sldChg>
      <pc:sldChg chg="del">
        <pc:chgData name="Howarth, Judy" userId="88019a05-5656-4d0d-a3d1-1931a654ed73" providerId="ADAL" clId="{8B50358A-E957-47EB-971B-8F54F380F7CE}" dt="2020-03-10T15:57:40.091" v="102" actId="2696"/>
        <pc:sldMkLst>
          <pc:docMk/>
          <pc:sldMk cId="687315263" sldId="267"/>
        </pc:sldMkLst>
      </pc:sldChg>
      <pc:sldChg chg="del">
        <pc:chgData name="Howarth, Judy" userId="88019a05-5656-4d0d-a3d1-1931a654ed73" providerId="ADAL" clId="{8B50358A-E957-47EB-971B-8F54F380F7CE}" dt="2020-03-10T15:57:41.194" v="103" actId="2696"/>
        <pc:sldMkLst>
          <pc:docMk/>
          <pc:sldMk cId="921995896" sldId="268"/>
        </pc:sldMkLst>
      </pc:sldChg>
      <pc:sldChg chg="del">
        <pc:chgData name="Howarth, Judy" userId="88019a05-5656-4d0d-a3d1-1931a654ed73" providerId="ADAL" clId="{8B50358A-E957-47EB-971B-8F54F380F7CE}" dt="2020-03-10T15:57:42.896" v="104" actId="2696"/>
        <pc:sldMkLst>
          <pc:docMk/>
          <pc:sldMk cId="399428975" sldId="269"/>
        </pc:sldMkLst>
      </pc:sldChg>
      <pc:sldChg chg="modSp">
        <pc:chgData name="Howarth, Judy" userId="88019a05-5656-4d0d-a3d1-1931a654ed73" providerId="ADAL" clId="{8B50358A-E957-47EB-971B-8F54F380F7CE}" dt="2020-03-10T15:58:11.702" v="122" actId="20577"/>
        <pc:sldMkLst>
          <pc:docMk/>
          <pc:sldMk cId="167070206" sldId="270"/>
        </pc:sldMkLst>
        <pc:spChg chg="mod">
          <ac:chgData name="Howarth, Judy" userId="88019a05-5656-4d0d-a3d1-1931a654ed73" providerId="ADAL" clId="{8B50358A-E957-47EB-971B-8F54F380F7CE}" dt="2020-03-10T15:57:54.831" v="108" actId="20577"/>
          <ac:spMkLst>
            <pc:docMk/>
            <pc:sldMk cId="167070206" sldId="270"/>
            <ac:spMk id="5" creationId="{00000000-0000-0000-0000-000000000000}"/>
          </ac:spMkLst>
        </pc:spChg>
        <pc:spChg chg="mod">
          <ac:chgData name="Howarth, Judy" userId="88019a05-5656-4d0d-a3d1-1931a654ed73" providerId="ADAL" clId="{8B50358A-E957-47EB-971B-8F54F380F7CE}" dt="2020-03-10T15:58:11.702" v="122" actId="20577"/>
          <ac:spMkLst>
            <pc:docMk/>
            <pc:sldMk cId="167070206" sldId="270"/>
            <ac:spMk id="13" creationId="{00000000-0000-0000-0000-000000000000}"/>
          </ac:spMkLst>
        </pc:spChg>
      </pc:sldChg>
      <pc:sldChg chg="modSp">
        <pc:chgData name="Howarth, Judy" userId="88019a05-5656-4d0d-a3d1-1931a654ed73" providerId="ADAL" clId="{8B50358A-E957-47EB-971B-8F54F380F7CE}" dt="2020-03-10T15:58:43.454" v="138" actId="20577"/>
        <pc:sldMkLst>
          <pc:docMk/>
          <pc:sldMk cId="388267789" sldId="272"/>
        </pc:sldMkLst>
        <pc:spChg chg="mod">
          <ac:chgData name="Howarth, Judy" userId="88019a05-5656-4d0d-a3d1-1931a654ed73" providerId="ADAL" clId="{8B50358A-E957-47EB-971B-8F54F380F7CE}" dt="2020-03-10T15:58:43.454" v="138" actId="20577"/>
          <ac:spMkLst>
            <pc:docMk/>
            <pc:sldMk cId="388267789" sldId="272"/>
            <ac:spMk id="7" creationId="{00000000-0000-0000-0000-000000000000}"/>
          </ac:spMkLst>
        </pc:spChg>
      </pc:sldChg>
      <pc:sldChg chg="modSp">
        <pc:chgData name="Howarth, Judy" userId="88019a05-5656-4d0d-a3d1-1931a654ed73" providerId="ADAL" clId="{8B50358A-E957-47EB-971B-8F54F380F7CE}" dt="2020-03-10T15:58:50.798" v="142" actId="20577"/>
        <pc:sldMkLst>
          <pc:docMk/>
          <pc:sldMk cId="1024830255" sldId="273"/>
        </pc:sldMkLst>
        <pc:spChg chg="mod">
          <ac:chgData name="Howarth, Judy" userId="88019a05-5656-4d0d-a3d1-1931a654ed73" providerId="ADAL" clId="{8B50358A-E957-47EB-971B-8F54F380F7CE}" dt="2020-03-10T15:58:50.798" v="142" actId="20577"/>
          <ac:spMkLst>
            <pc:docMk/>
            <pc:sldMk cId="1024830255" sldId="273"/>
            <ac:spMk id="6" creationId="{00000000-0000-0000-0000-000000000000}"/>
          </ac:spMkLst>
        </pc:spChg>
      </pc:sldChg>
      <pc:sldChg chg="modSp">
        <pc:chgData name="Howarth, Judy" userId="88019a05-5656-4d0d-a3d1-1931a654ed73" providerId="ADAL" clId="{8B50358A-E957-47EB-971B-8F54F380F7CE}" dt="2020-03-10T15:58:59.585" v="146" actId="20577"/>
        <pc:sldMkLst>
          <pc:docMk/>
          <pc:sldMk cId="174170774" sldId="275"/>
        </pc:sldMkLst>
        <pc:spChg chg="mod">
          <ac:chgData name="Howarth, Judy" userId="88019a05-5656-4d0d-a3d1-1931a654ed73" providerId="ADAL" clId="{8B50358A-E957-47EB-971B-8F54F380F7CE}" dt="2020-03-10T15:58:59.585" v="146" actId="20577"/>
          <ac:spMkLst>
            <pc:docMk/>
            <pc:sldMk cId="174170774" sldId="275"/>
            <ac:spMk id="6" creationId="{00000000-0000-0000-0000-000000000000}"/>
          </ac:spMkLst>
        </pc:spChg>
      </pc:sldChg>
      <pc:sldChg chg="modSp">
        <pc:chgData name="Howarth, Judy" userId="88019a05-5656-4d0d-a3d1-1931a654ed73" providerId="ADAL" clId="{8B50358A-E957-47EB-971B-8F54F380F7CE}" dt="2020-03-10T15:59:30.418" v="162" actId="20577"/>
        <pc:sldMkLst>
          <pc:docMk/>
          <pc:sldMk cId="1510030601" sldId="277"/>
        </pc:sldMkLst>
        <pc:spChg chg="mod">
          <ac:chgData name="Howarth, Judy" userId="88019a05-5656-4d0d-a3d1-1931a654ed73" providerId="ADAL" clId="{8B50358A-E957-47EB-971B-8F54F380F7CE}" dt="2020-03-10T15:59:30.418" v="162" actId="20577"/>
          <ac:spMkLst>
            <pc:docMk/>
            <pc:sldMk cId="1510030601" sldId="277"/>
            <ac:spMk id="6" creationId="{00000000-0000-0000-0000-000000000000}"/>
          </ac:spMkLst>
        </pc:spChg>
      </pc:sldChg>
      <pc:sldChg chg="modSp">
        <pc:chgData name="Howarth, Judy" userId="88019a05-5656-4d0d-a3d1-1931a654ed73" providerId="ADAL" clId="{8B50358A-E957-47EB-971B-8F54F380F7CE}" dt="2020-03-10T15:59:41.304" v="170" actId="20577"/>
        <pc:sldMkLst>
          <pc:docMk/>
          <pc:sldMk cId="1952765383" sldId="278"/>
        </pc:sldMkLst>
        <pc:spChg chg="mod">
          <ac:chgData name="Howarth, Judy" userId="88019a05-5656-4d0d-a3d1-1931a654ed73" providerId="ADAL" clId="{8B50358A-E957-47EB-971B-8F54F380F7CE}" dt="2020-03-10T15:59:41.304" v="170" actId="20577"/>
          <ac:spMkLst>
            <pc:docMk/>
            <pc:sldMk cId="1952765383" sldId="278"/>
            <ac:spMk id="5" creationId="{00000000-0000-0000-0000-000000000000}"/>
          </ac:spMkLst>
        </pc:spChg>
      </pc:sldChg>
      <pc:sldChg chg="del">
        <pc:chgData name="Howarth, Judy" userId="88019a05-5656-4d0d-a3d1-1931a654ed73" providerId="ADAL" clId="{8B50358A-E957-47EB-971B-8F54F380F7CE}" dt="2020-03-10T15:59:53.011" v="174" actId="2696"/>
        <pc:sldMkLst>
          <pc:docMk/>
          <pc:sldMk cId="1066368906" sldId="279"/>
        </pc:sldMkLst>
      </pc:sldChg>
      <pc:sldChg chg="del">
        <pc:chgData name="Howarth, Judy" userId="88019a05-5656-4d0d-a3d1-1931a654ed73" providerId="ADAL" clId="{8B50358A-E957-47EB-971B-8F54F380F7CE}" dt="2020-03-10T15:59:53.884" v="175" actId="2696"/>
        <pc:sldMkLst>
          <pc:docMk/>
          <pc:sldMk cId="1718291601" sldId="280"/>
        </pc:sldMkLst>
      </pc:sldChg>
      <pc:sldChg chg="del">
        <pc:chgData name="Howarth, Judy" userId="88019a05-5656-4d0d-a3d1-1931a654ed73" providerId="ADAL" clId="{8B50358A-E957-47EB-971B-8F54F380F7CE}" dt="2020-03-10T15:59:55.856" v="176" actId="2696"/>
        <pc:sldMkLst>
          <pc:docMk/>
          <pc:sldMk cId="687604427" sldId="281"/>
        </pc:sldMkLst>
      </pc:sldChg>
      <pc:sldChg chg="del">
        <pc:chgData name="Howarth, Judy" userId="88019a05-5656-4d0d-a3d1-1931a654ed73" providerId="ADAL" clId="{8B50358A-E957-47EB-971B-8F54F380F7CE}" dt="2020-03-10T15:59:57.526" v="177" actId="2696"/>
        <pc:sldMkLst>
          <pc:docMk/>
          <pc:sldMk cId="586848863" sldId="282"/>
        </pc:sldMkLst>
      </pc:sldChg>
      <pc:sldChg chg="modSp">
        <pc:chgData name="Howarth, Judy" userId="88019a05-5656-4d0d-a3d1-1931a654ed73" providerId="ADAL" clId="{8B50358A-E957-47EB-971B-8F54F380F7CE}" dt="2020-03-10T16:00:03.758" v="181" actId="20577"/>
        <pc:sldMkLst>
          <pc:docMk/>
          <pc:sldMk cId="365690021" sldId="283"/>
        </pc:sldMkLst>
        <pc:spChg chg="mod">
          <ac:chgData name="Howarth, Judy" userId="88019a05-5656-4d0d-a3d1-1931a654ed73" providerId="ADAL" clId="{8B50358A-E957-47EB-971B-8F54F380F7CE}" dt="2020-03-10T16:00:03.758" v="181" actId="20577"/>
          <ac:spMkLst>
            <pc:docMk/>
            <pc:sldMk cId="365690021" sldId="283"/>
            <ac:spMk id="4" creationId="{00000000-0000-0000-0000-000000000000}"/>
          </ac:spMkLst>
        </pc:spChg>
      </pc:sldChg>
      <pc:sldChg chg="del">
        <pc:chgData name="Howarth, Judy" userId="88019a05-5656-4d0d-a3d1-1931a654ed73" providerId="ADAL" clId="{8B50358A-E957-47EB-971B-8F54F380F7CE}" dt="2020-03-10T16:00:06.318" v="182" actId="2696"/>
        <pc:sldMkLst>
          <pc:docMk/>
          <pc:sldMk cId="1538439825" sldId="284"/>
        </pc:sldMkLst>
      </pc:sldChg>
      <pc:sldChg chg="del">
        <pc:chgData name="Howarth, Judy" userId="88019a05-5656-4d0d-a3d1-1931a654ed73" providerId="ADAL" clId="{8B50358A-E957-47EB-971B-8F54F380F7CE}" dt="2020-03-10T16:00:08.927" v="183" actId="2696"/>
        <pc:sldMkLst>
          <pc:docMk/>
          <pc:sldMk cId="696315825" sldId="285"/>
        </pc:sldMkLst>
      </pc:sldChg>
      <pc:sldChg chg="del">
        <pc:chgData name="Howarth, Judy" userId="88019a05-5656-4d0d-a3d1-1931a654ed73" providerId="ADAL" clId="{8B50358A-E957-47EB-971B-8F54F380F7CE}" dt="2020-03-10T16:00:10.349" v="184" actId="2696"/>
        <pc:sldMkLst>
          <pc:docMk/>
          <pc:sldMk cId="1811979975" sldId="286"/>
        </pc:sldMkLst>
      </pc:sldChg>
      <pc:sldChg chg="del">
        <pc:chgData name="Howarth, Judy" userId="88019a05-5656-4d0d-a3d1-1931a654ed73" providerId="ADAL" clId="{8B50358A-E957-47EB-971B-8F54F380F7CE}" dt="2020-03-10T16:00:14.200" v="185" actId="2696"/>
        <pc:sldMkLst>
          <pc:docMk/>
          <pc:sldMk cId="509745404" sldId="287"/>
        </pc:sldMkLst>
      </pc:sldChg>
      <pc:sldChg chg="del">
        <pc:chgData name="Howarth, Judy" userId="88019a05-5656-4d0d-a3d1-1931a654ed73" providerId="ADAL" clId="{8B50358A-E957-47EB-971B-8F54F380F7CE}" dt="2020-03-10T16:00:52.112" v="201" actId="2696"/>
        <pc:sldMkLst>
          <pc:docMk/>
          <pc:sldMk cId="217440387" sldId="288"/>
        </pc:sldMkLst>
      </pc:sldChg>
      <pc:sldChg chg="del">
        <pc:chgData name="Howarth, Judy" userId="88019a05-5656-4d0d-a3d1-1931a654ed73" providerId="ADAL" clId="{8B50358A-E957-47EB-971B-8F54F380F7CE}" dt="2020-03-10T16:00:19.184" v="186" actId="2696"/>
        <pc:sldMkLst>
          <pc:docMk/>
          <pc:sldMk cId="1885132688" sldId="289"/>
        </pc:sldMkLst>
      </pc:sldChg>
      <pc:sldChg chg="modSp">
        <pc:chgData name="Howarth, Judy" userId="88019a05-5656-4d0d-a3d1-1931a654ed73" providerId="ADAL" clId="{8B50358A-E957-47EB-971B-8F54F380F7CE}" dt="2020-03-10T16:00:23.668" v="190" actId="20577"/>
        <pc:sldMkLst>
          <pc:docMk/>
          <pc:sldMk cId="998461558" sldId="290"/>
        </pc:sldMkLst>
        <pc:spChg chg="mod">
          <ac:chgData name="Howarth, Judy" userId="88019a05-5656-4d0d-a3d1-1931a654ed73" providerId="ADAL" clId="{8B50358A-E957-47EB-971B-8F54F380F7CE}" dt="2020-03-10T16:00:23.668" v="190" actId="20577"/>
          <ac:spMkLst>
            <pc:docMk/>
            <pc:sldMk cId="998461558" sldId="290"/>
            <ac:spMk id="6" creationId="{00000000-0000-0000-0000-000000000000}"/>
          </ac:spMkLst>
        </pc:spChg>
      </pc:sldChg>
      <pc:sldChg chg="modSp">
        <pc:chgData name="Howarth, Judy" userId="88019a05-5656-4d0d-a3d1-1931a654ed73" providerId="ADAL" clId="{8B50358A-E957-47EB-971B-8F54F380F7CE}" dt="2020-03-10T16:00:31.974" v="194" actId="20577"/>
        <pc:sldMkLst>
          <pc:docMk/>
          <pc:sldMk cId="720469146" sldId="291"/>
        </pc:sldMkLst>
        <pc:spChg chg="mod">
          <ac:chgData name="Howarth, Judy" userId="88019a05-5656-4d0d-a3d1-1931a654ed73" providerId="ADAL" clId="{8B50358A-E957-47EB-971B-8F54F380F7CE}" dt="2020-03-10T16:00:31.974" v="194" actId="20577"/>
          <ac:spMkLst>
            <pc:docMk/>
            <pc:sldMk cId="720469146" sldId="291"/>
            <ac:spMk id="6" creationId="{00000000-0000-0000-0000-000000000000}"/>
          </ac:spMkLst>
        </pc:spChg>
      </pc:sldChg>
      <pc:sldChg chg="del">
        <pc:chgData name="Howarth, Judy" userId="88019a05-5656-4d0d-a3d1-1931a654ed73" providerId="ADAL" clId="{8B50358A-E957-47EB-971B-8F54F380F7CE}" dt="2020-03-10T16:00:36.643" v="195" actId="2696"/>
        <pc:sldMkLst>
          <pc:docMk/>
          <pc:sldMk cId="139548211" sldId="292"/>
        </pc:sldMkLst>
      </pc:sldChg>
      <pc:sldChg chg="del">
        <pc:chgData name="Howarth, Judy" userId="88019a05-5656-4d0d-a3d1-1931a654ed73" providerId="ADAL" clId="{8B50358A-E957-47EB-971B-8F54F380F7CE}" dt="2020-03-10T16:00:37.946" v="196" actId="2696"/>
        <pc:sldMkLst>
          <pc:docMk/>
          <pc:sldMk cId="342244477" sldId="293"/>
        </pc:sldMkLst>
      </pc:sldChg>
      <pc:sldChg chg="del">
        <pc:chgData name="Howarth, Judy" userId="88019a05-5656-4d0d-a3d1-1931a654ed73" providerId="ADAL" clId="{8B50358A-E957-47EB-971B-8F54F380F7CE}" dt="2020-03-10T16:00:39.091" v="197" actId="2696"/>
        <pc:sldMkLst>
          <pc:docMk/>
          <pc:sldMk cId="1300580792" sldId="294"/>
        </pc:sldMkLst>
      </pc:sldChg>
      <pc:sldChg chg="del">
        <pc:chgData name="Howarth, Judy" userId="88019a05-5656-4d0d-a3d1-1931a654ed73" providerId="ADAL" clId="{8B50358A-E957-47EB-971B-8F54F380F7CE}" dt="2020-03-10T16:00:40.312" v="198" actId="2696"/>
        <pc:sldMkLst>
          <pc:docMk/>
          <pc:sldMk cId="937452732" sldId="295"/>
        </pc:sldMkLst>
      </pc:sldChg>
      <pc:sldChg chg="del">
        <pc:chgData name="Howarth, Judy" userId="88019a05-5656-4d0d-a3d1-1931a654ed73" providerId="ADAL" clId="{8B50358A-E957-47EB-971B-8F54F380F7CE}" dt="2020-03-10T16:00:41.577" v="199" actId="2696"/>
        <pc:sldMkLst>
          <pc:docMk/>
          <pc:sldMk cId="1954988893" sldId="296"/>
        </pc:sldMkLst>
      </pc:sldChg>
      <pc:sldChg chg="modSp del">
        <pc:chgData name="Howarth, Judy" userId="88019a05-5656-4d0d-a3d1-1931a654ed73" providerId="ADAL" clId="{8B50358A-E957-47EB-971B-8F54F380F7CE}" dt="2020-03-10T16:00:42.437" v="200" actId="2696"/>
        <pc:sldMkLst>
          <pc:docMk/>
          <pc:sldMk cId="1546931097" sldId="297"/>
        </pc:sldMkLst>
        <pc:spChg chg="mod">
          <ac:chgData name="Howarth, Judy" userId="88019a05-5656-4d0d-a3d1-1931a654ed73" providerId="ADAL" clId="{8B50358A-E957-47EB-971B-8F54F380F7CE}" dt="2020-03-10T15:56:50.586" v="83" actId="20577"/>
          <ac:spMkLst>
            <pc:docMk/>
            <pc:sldMk cId="1546931097" sldId="297"/>
            <ac:spMk id="5" creationId="{00000000-0000-0000-0000-000000000000}"/>
          </ac:spMkLst>
        </pc:spChg>
      </pc:sldChg>
      <pc:sldChg chg="modSp">
        <pc:chgData name="Howarth, Judy" userId="88019a05-5656-4d0d-a3d1-1931a654ed73" providerId="ADAL" clId="{8B50358A-E957-47EB-971B-8F54F380F7CE}" dt="2020-03-10T15:56:32.762" v="78" actId="20577"/>
        <pc:sldMkLst>
          <pc:docMk/>
          <pc:sldMk cId="33643281" sldId="298"/>
        </pc:sldMkLst>
        <pc:spChg chg="mod">
          <ac:chgData name="Howarth, Judy" userId="88019a05-5656-4d0d-a3d1-1931a654ed73" providerId="ADAL" clId="{8B50358A-E957-47EB-971B-8F54F380F7CE}" dt="2020-03-10T15:56:28.579" v="74" actId="20577"/>
          <ac:spMkLst>
            <pc:docMk/>
            <pc:sldMk cId="33643281" sldId="298"/>
            <ac:spMk id="3" creationId="{00000000-0000-0000-0000-000000000000}"/>
          </ac:spMkLst>
        </pc:spChg>
        <pc:spChg chg="mod">
          <ac:chgData name="Howarth, Judy" userId="88019a05-5656-4d0d-a3d1-1931a654ed73" providerId="ADAL" clId="{8B50358A-E957-47EB-971B-8F54F380F7CE}" dt="2020-03-10T15:56:32.762" v="78" actId="20577"/>
          <ac:spMkLst>
            <pc:docMk/>
            <pc:sldMk cId="33643281" sldId="298"/>
            <ac:spMk id="5" creationId="{00000000-0000-0000-0000-000000000000}"/>
          </ac:spMkLst>
        </pc:spChg>
      </pc:sldChg>
      <pc:sldChg chg="modSp">
        <pc:chgData name="Howarth, Judy" userId="88019a05-5656-4d0d-a3d1-1931a654ed73" providerId="ADAL" clId="{8B50358A-E957-47EB-971B-8F54F380F7CE}" dt="2020-03-10T15:58:27.179" v="134" actId="20577"/>
        <pc:sldMkLst>
          <pc:docMk/>
          <pc:sldMk cId="2088891144" sldId="299"/>
        </pc:sldMkLst>
        <pc:spChg chg="mod">
          <ac:chgData name="Howarth, Judy" userId="88019a05-5656-4d0d-a3d1-1931a654ed73" providerId="ADAL" clId="{8B50358A-E957-47EB-971B-8F54F380F7CE}" dt="2020-03-10T15:58:23.260" v="130" actId="20577"/>
          <ac:spMkLst>
            <pc:docMk/>
            <pc:sldMk cId="2088891144" sldId="299"/>
            <ac:spMk id="2" creationId="{00000000-0000-0000-0000-000000000000}"/>
          </ac:spMkLst>
        </pc:spChg>
        <pc:spChg chg="mod">
          <ac:chgData name="Howarth, Judy" userId="88019a05-5656-4d0d-a3d1-1931a654ed73" providerId="ADAL" clId="{8B50358A-E957-47EB-971B-8F54F380F7CE}" dt="2020-03-10T15:58:27.179" v="134" actId="20577"/>
          <ac:spMkLst>
            <pc:docMk/>
            <pc:sldMk cId="2088891144" sldId="299"/>
            <ac:spMk id="5" creationId="{00000000-0000-0000-0000-000000000000}"/>
          </ac:spMkLst>
        </pc:spChg>
      </pc:sldChg>
      <pc:sldChg chg="modSp">
        <pc:chgData name="Howarth, Judy" userId="88019a05-5656-4d0d-a3d1-1931a654ed73" providerId="ADAL" clId="{8B50358A-E957-47EB-971B-8F54F380F7CE}" dt="2020-03-10T15:59:37.234" v="166" actId="20577"/>
        <pc:sldMkLst>
          <pc:docMk/>
          <pc:sldMk cId="1003484616" sldId="300"/>
        </pc:sldMkLst>
        <pc:spChg chg="mod">
          <ac:chgData name="Howarth, Judy" userId="88019a05-5656-4d0d-a3d1-1931a654ed73" providerId="ADAL" clId="{8B50358A-E957-47EB-971B-8F54F380F7CE}" dt="2020-03-10T15:59:37.234" v="166" actId="20577"/>
          <ac:spMkLst>
            <pc:docMk/>
            <pc:sldMk cId="1003484616" sldId="300"/>
            <ac:spMk id="5" creationId="{00000000-0000-0000-0000-000000000000}"/>
          </ac:spMkLst>
        </pc:spChg>
      </pc:sldChg>
      <pc:sldChg chg="del">
        <pc:chgData name="Howarth, Judy" userId="88019a05-5656-4d0d-a3d1-1931a654ed73" providerId="ADAL" clId="{8B50358A-E957-47EB-971B-8F54F380F7CE}" dt="2020-03-10T15:59:46.913" v="171" actId="2696"/>
        <pc:sldMkLst>
          <pc:docMk/>
          <pc:sldMk cId="318031246" sldId="302"/>
        </pc:sldMkLst>
      </pc:sldChg>
      <pc:sldChg chg="del">
        <pc:chgData name="Howarth, Judy" userId="88019a05-5656-4d0d-a3d1-1931a654ed73" providerId="ADAL" clId="{8B50358A-E957-47EB-971B-8F54F380F7CE}" dt="2020-03-10T15:59:48.394" v="172" actId="2696"/>
        <pc:sldMkLst>
          <pc:docMk/>
          <pc:sldMk cId="453555804" sldId="303"/>
        </pc:sldMkLst>
      </pc:sldChg>
      <pc:sldChg chg="modSp">
        <pc:chgData name="Howarth, Judy" userId="88019a05-5656-4d0d-a3d1-1931a654ed73" providerId="ADAL" clId="{8B50358A-E957-47EB-971B-8F54F380F7CE}" dt="2020-03-10T15:59:04.457" v="150" actId="20577"/>
        <pc:sldMkLst>
          <pc:docMk/>
          <pc:sldMk cId="1478488146" sldId="304"/>
        </pc:sldMkLst>
        <pc:spChg chg="mod">
          <ac:chgData name="Howarth, Judy" userId="88019a05-5656-4d0d-a3d1-1931a654ed73" providerId="ADAL" clId="{8B50358A-E957-47EB-971B-8F54F380F7CE}" dt="2020-03-10T15:59:04.457" v="150" actId="20577"/>
          <ac:spMkLst>
            <pc:docMk/>
            <pc:sldMk cId="1478488146" sldId="304"/>
            <ac:spMk id="7" creationId="{00000000-0000-0000-0000-000000000000}"/>
          </ac:spMkLst>
        </pc:spChg>
      </pc:sldChg>
      <pc:sldChg chg="modSp">
        <pc:chgData name="Howarth, Judy" userId="88019a05-5656-4d0d-a3d1-1931a654ed73" providerId="ADAL" clId="{8B50358A-E957-47EB-971B-8F54F380F7CE}" dt="2020-03-10T15:59:19.505" v="154" actId="20577"/>
        <pc:sldMkLst>
          <pc:docMk/>
          <pc:sldMk cId="130651525" sldId="307"/>
        </pc:sldMkLst>
        <pc:spChg chg="mod">
          <ac:chgData name="Howarth, Judy" userId="88019a05-5656-4d0d-a3d1-1931a654ed73" providerId="ADAL" clId="{8B50358A-E957-47EB-971B-8F54F380F7CE}" dt="2020-03-10T15:59:19.505" v="154" actId="20577"/>
          <ac:spMkLst>
            <pc:docMk/>
            <pc:sldMk cId="130651525" sldId="307"/>
            <ac:spMk id="4" creationId="{00000000-0000-0000-0000-000000000000}"/>
          </ac:spMkLst>
        </pc:spChg>
      </pc:sldChg>
      <pc:sldChg chg="modSp">
        <pc:chgData name="Howarth, Judy" userId="88019a05-5656-4d0d-a3d1-1931a654ed73" providerId="ADAL" clId="{8B50358A-E957-47EB-971B-8F54F380F7CE}" dt="2020-03-10T15:59:24.609" v="158" actId="20577"/>
        <pc:sldMkLst>
          <pc:docMk/>
          <pc:sldMk cId="1380611736" sldId="308"/>
        </pc:sldMkLst>
        <pc:spChg chg="mod">
          <ac:chgData name="Howarth, Judy" userId="88019a05-5656-4d0d-a3d1-1931a654ed73" providerId="ADAL" clId="{8B50358A-E957-47EB-971B-8F54F380F7CE}" dt="2020-03-10T15:59:24.609" v="158" actId="20577"/>
          <ac:spMkLst>
            <pc:docMk/>
            <pc:sldMk cId="1380611736" sldId="308"/>
            <ac:spMk id="5" creationId="{00000000-0000-0000-0000-000000000000}"/>
          </ac:spMkLst>
        </pc:spChg>
      </pc:sldChg>
      <pc:sldChg chg="del">
        <pc:chgData name="Howarth, Judy" userId="88019a05-5656-4d0d-a3d1-1931a654ed73" providerId="ADAL" clId="{8B50358A-E957-47EB-971B-8F54F380F7CE}" dt="2020-03-10T15:56:43.844" v="79" actId="2696"/>
        <pc:sldMkLst>
          <pc:docMk/>
          <pc:sldMk cId="681192042" sldId="309"/>
        </pc:sldMkLst>
      </pc:sldChg>
      <pc:sldChg chg="del">
        <pc:chgData name="Howarth, Judy" userId="88019a05-5656-4d0d-a3d1-1931a654ed73" providerId="ADAL" clId="{8B50358A-E957-47EB-971B-8F54F380F7CE}" dt="2020-03-10T15:59:49.554" v="173" actId="2696"/>
        <pc:sldMkLst>
          <pc:docMk/>
          <pc:sldMk cId="820579147" sldId="310"/>
        </pc:sldMkLst>
      </pc:sldChg>
      <pc:sldChg chg="modSp">
        <pc:chgData name="Howarth, Judy" userId="88019a05-5656-4d0d-a3d1-1931a654ed73" providerId="ADAL" clId="{8B50358A-E957-47EB-971B-8F54F380F7CE}" dt="2020-03-10T15:58:00.728" v="112" actId="20577"/>
        <pc:sldMkLst>
          <pc:docMk/>
          <pc:sldMk cId="1094474590" sldId="311"/>
        </pc:sldMkLst>
        <pc:spChg chg="mod">
          <ac:chgData name="Howarth, Judy" userId="88019a05-5656-4d0d-a3d1-1931a654ed73" providerId="ADAL" clId="{8B50358A-E957-47EB-971B-8F54F380F7CE}" dt="2020-03-10T15:58:00.728" v="112" actId="20577"/>
          <ac:spMkLst>
            <pc:docMk/>
            <pc:sldMk cId="1094474590" sldId="311"/>
            <ac:spMk id="5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483E249-C927-DA9B-9060-0AD85B6EC5E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D075A9-481E-9A2F-FCC9-197D0AD36FF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143375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64A24B-AF40-0C46-B503-3A0D217D69C1}" type="datetimeFigureOut">
              <a:rPr lang="en-US" smtClean="0"/>
              <a:t>6/21/25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920416-FBEC-E366-3247-7E07033DA83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DAC3B4-E7A0-7F21-A895-3EC7C434175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143375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9BBDC6-AABC-A049-9253-7667450D1B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9013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E194C1A8-DC4B-4329-AF88-FD913597DE85}" type="datetimeFigureOut">
              <a:rPr lang="en-US" smtClean="0"/>
              <a:t>6/21/25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A8073E54-D085-4E2E-B9A5-A53D7E5194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752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073E54-D085-4E2E-B9A5-A53D7E51940E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89074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ener: Version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"/>
          <p:cNvSpPr>
            <a:spLocks noGrp="1"/>
          </p:cNvSpPr>
          <p:nvPr>
            <p:ph type="title" hasCustomPrompt="1"/>
          </p:nvPr>
        </p:nvSpPr>
        <p:spPr>
          <a:xfrm>
            <a:off x="203200" y="365126"/>
            <a:ext cx="11785600" cy="1387475"/>
          </a:xfrm>
          <a:prstGeom prst="rect">
            <a:avLst/>
          </a:prstGeom>
        </p:spPr>
        <p:txBody>
          <a:bodyPr anchor="b"/>
          <a:lstStyle>
            <a:lvl1pPr>
              <a:defRPr sz="6200" b="0" i="0" baseline="0">
                <a:latin typeface="Calibri Light" charset="0"/>
                <a:ea typeface="Calibri Light" charset="0"/>
                <a:cs typeface="Calibri Light" charset="0"/>
              </a:defRPr>
            </a:lvl1pPr>
          </a:lstStyle>
          <a:p>
            <a:r>
              <a:rPr lang="en-US" dirty="0"/>
              <a:t>Book Title</a:t>
            </a:r>
          </a:p>
        </p:txBody>
      </p:sp>
      <p:sp>
        <p:nvSpPr>
          <p:cNvPr id="25" name="Edition"/>
          <p:cNvSpPr>
            <a:spLocks noGrp="1"/>
          </p:cNvSpPr>
          <p:nvPr>
            <p:ph sz="quarter" idx="17" hasCustomPrompt="1"/>
          </p:nvPr>
        </p:nvSpPr>
        <p:spPr>
          <a:xfrm>
            <a:off x="203200" y="1752600"/>
            <a:ext cx="11785600" cy="609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900" b="1" i="0" baseline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pPr lvl="0"/>
            <a:r>
              <a:rPr lang="en-US" dirty="0"/>
              <a:t>Edition</a:t>
            </a:r>
          </a:p>
        </p:txBody>
      </p:sp>
      <p:sp>
        <p:nvSpPr>
          <p:cNvPr id="27" name="Author"/>
          <p:cNvSpPr>
            <a:spLocks noGrp="1"/>
          </p:cNvSpPr>
          <p:nvPr>
            <p:ph sz="quarter" idx="18" hasCustomPrompt="1"/>
          </p:nvPr>
        </p:nvSpPr>
        <p:spPr>
          <a:xfrm>
            <a:off x="203200" y="2362200"/>
            <a:ext cx="11785600" cy="6858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b="0" i="0" baseline="0">
                <a:solidFill>
                  <a:schemeClr val="accent2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pPr lvl="0"/>
            <a:r>
              <a:rPr lang="en-US" dirty="0"/>
              <a:t>Authors</a:t>
            </a:r>
          </a:p>
        </p:txBody>
      </p:sp>
      <p:sp>
        <p:nvSpPr>
          <p:cNvPr id="29" name="CN"/>
          <p:cNvSpPr>
            <a:spLocks noGrp="1"/>
          </p:cNvSpPr>
          <p:nvPr>
            <p:ph sz="quarter" idx="19" hasCustomPrompt="1"/>
          </p:nvPr>
        </p:nvSpPr>
        <p:spPr>
          <a:xfrm>
            <a:off x="203200" y="3733800"/>
            <a:ext cx="11785600" cy="5334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000" b="1" i="0" baseline="0">
                <a:solidFill>
                  <a:schemeClr val="accent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pPr lvl="0"/>
            <a:r>
              <a:rPr lang="en-US" dirty="0"/>
              <a:t>Chapter #</a:t>
            </a:r>
          </a:p>
        </p:txBody>
      </p:sp>
      <p:sp>
        <p:nvSpPr>
          <p:cNvPr id="31" name="CT"/>
          <p:cNvSpPr>
            <a:spLocks noGrp="1"/>
          </p:cNvSpPr>
          <p:nvPr>
            <p:ph sz="quarter" idx="20" hasCustomPrompt="1"/>
          </p:nvPr>
        </p:nvSpPr>
        <p:spPr>
          <a:xfrm>
            <a:off x="203200" y="4267200"/>
            <a:ext cx="11785600" cy="24384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800" b="0" i="0">
                <a:latin typeface="Calibri" charset="0"/>
                <a:ea typeface="Calibri" charset="0"/>
                <a:cs typeface="Calibri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dirty="0"/>
              <a:t>Click to Edit Chapter Title</a:t>
            </a:r>
          </a:p>
        </p:txBody>
      </p:sp>
    </p:spTree>
    <p:extLst>
      <p:ext uri="{BB962C8B-B14F-4D97-AF65-F5344CB8AC3E}">
        <p14:creationId xmlns:p14="http://schemas.microsoft.com/office/powerpoint/2010/main" val="826372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ener: Version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N"/>
          <p:cNvSpPr>
            <a:spLocks noGrp="1"/>
          </p:cNvSpPr>
          <p:nvPr>
            <p:ph sz="quarter" idx="19" hasCustomPrompt="1"/>
          </p:nvPr>
        </p:nvSpPr>
        <p:spPr>
          <a:xfrm>
            <a:off x="203200" y="228600"/>
            <a:ext cx="11785600" cy="5334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000" b="1" i="0" baseline="0">
                <a:solidFill>
                  <a:schemeClr val="accent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pPr lvl="0"/>
            <a:r>
              <a:rPr lang="en-US" dirty="0"/>
              <a:t>Chapter 1</a:t>
            </a:r>
          </a:p>
        </p:txBody>
      </p:sp>
      <p:sp>
        <p:nvSpPr>
          <p:cNvPr id="14" name="CT"/>
          <p:cNvSpPr>
            <a:spLocks noGrp="1"/>
          </p:cNvSpPr>
          <p:nvPr>
            <p:ph sz="quarter" idx="20" hasCustomPrompt="1"/>
          </p:nvPr>
        </p:nvSpPr>
        <p:spPr>
          <a:xfrm>
            <a:off x="203200" y="762000"/>
            <a:ext cx="11785600" cy="2286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800" b="0" i="0">
                <a:latin typeface="Calibri" charset="0"/>
                <a:ea typeface="Calibri" charset="0"/>
                <a:cs typeface="Calibri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dirty="0"/>
              <a:t>Click to Edit Chapter Title</a:t>
            </a:r>
          </a:p>
        </p:txBody>
      </p:sp>
      <p:sp>
        <p:nvSpPr>
          <p:cNvPr id="8" name="Title "/>
          <p:cNvSpPr>
            <a:spLocks noGrp="1"/>
          </p:cNvSpPr>
          <p:nvPr>
            <p:ph type="title" hasCustomPrompt="1"/>
          </p:nvPr>
        </p:nvSpPr>
        <p:spPr>
          <a:xfrm>
            <a:off x="203200" y="3505200"/>
            <a:ext cx="11785600" cy="1524000"/>
          </a:xfrm>
          <a:prstGeom prst="rect">
            <a:avLst/>
          </a:prstGeom>
        </p:spPr>
        <p:txBody>
          <a:bodyPr anchor="b"/>
          <a:lstStyle>
            <a:lvl1pPr>
              <a:defRPr sz="6200" b="0" i="0" baseline="0">
                <a:latin typeface="Calibri Light" charset="0"/>
                <a:ea typeface="Calibri Light" charset="0"/>
                <a:cs typeface="Calibri Light" charset="0"/>
              </a:defRPr>
            </a:lvl1pPr>
          </a:lstStyle>
          <a:p>
            <a:r>
              <a:rPr lang="en-US" dirty="0"/>
              <a:t>Click to Edit Book Title</a:t>
            </a:r>
          </a:p>
        </p:txBody>
      </p:sp>
      <p:sp>
        <p:nvSpPr>
          <p:cNvPr id="15" name="Edition"/>
          <p:cNvSpPr>
            <a:spLocks noGrp="1"/>
          </p:cNvSpPr>
          <p:nvPr>
            <p:ph sz="quarter" idx="17" hasCustomPrompt="1"/>
          </p:nvPr>
        </p:nvSpPr>
        <p:spPr>
          <a:xfrm>
            <a:off x="203200" y="5029200"/>
            <a:ext cx="11785600" cy="762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900" b="1" i="0" baseline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pPr lvl="0"/>
            <a:r>
              <a:rPr lang="en-US" sz="2900" b="1" i="0" dirty="0">
                <a:latin typeface="Source Sans Pro" charset="0"/>
                <a:ea typeface="Source Sans Pro" charset="0"/>
                <a:cs typeface="Source Sans Pro" charset="0"/>
              </a:rPr>
              <a:t>Third Edition</a:t>
            </a:r>
            <a:endParaRPr lang="en-US" dirty="0"/>
          </a:p>
        </p:txBody>
      </p:sp>
      <p:sp>
        <p:nvSpPr>
          <p:cNvPr id="16" name="Author"/>
          <p:cNvSpPr>
            <a:spLocks noGrp="1"/>
          </p:cNvSpPr>
          <p:nvPr>
            <p:ph sz="quarter" idx="18" hasCustomPrompt="1"/>
          </p:nvPr>
        </p:nvSpPr>
        <p:spPr>
          <a:xfrm>
            <a:off x="203200" y="6096000"/>
            <a:ext cx="11785600" cy="5334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b="0" i="0" baseline="0">
                <a:solidFill>
                  <a:schemeClr val="accent2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pPr lvl="0"/>
            <a:r>
              <a:rPr lang="en-US" b="0" i="0" dirty="0">
                <a:latin typeface="Source Sans Pro" charset="0"/>
                <a:ea typeface="Source Sans Pro" charset="0"/>
                <a:cs typeface="Source Sans Pro" charset="0"/>
              </a:rPr>
              <a:t>David Klein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42320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Outline: Version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93699" y="777241"/>
            <a:ext cx="11391901" cy="975360"/>
          </a:xfrm>
          <a:prstGeom prst="rect">
            <a:avLst/>
          </a:prstGeom>
        </p:spPr>
        <p:txBody>
          <a:bodyPr/>
          <a:lstStyle>
            <a:lvl1pPr>
              <a:defRPr sz="4000" b="0" i="0">
                <a:solidFill>
                  <a:schemeClr val="accent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Chapter Outline</a:t>
            </a:r>
          </a:p>
        </p:txBody>
      </p:sp>
      <p:sp>
        <p:nvSpPr>
          <p:cNvPr id="13" name="COBBL"/>
          <p:cNvSpPr>
            <a:spLocks noGrp="1"/>
          </p:cNvSpPr>
          <p:nvPr>
            <p:ph sz="quarter" idx="10" hasCustomPrompt="1"/>
          </p:nvPr>
        </p:nvSpPr>
        <p:spPr>
          <a:xfrm>
            <a:off x="406400" y="1752600"/>
            <a:ext cx="11379200" cy="4495800"/>
          </a:xfrm>
          <a:prstGeom prst="rect">
            <a:avLst/>
          </a:prstGeom>
        </p:spPr>
        <p:txBody>
          <a:bodyPr/>
          <a:lstStyle>
            <a:lvl1pPr marL="295275" indent="-295275">
              <a:buClr>
                <a:schemeClr val="accent2"/>
              </a:buClr>
              <a:tabLst/>
              <a:defRPr sz="2800" b="0" i="0" baseline="0">
                <a:latin typeface="Calibri" charset="0"/>
                <a:ea typeface="Calibri" charset="0"/>
                <a:cs typeface="Calibri" charset="0"/>
              </a:defRPr>
            </a:lvl1pPr>
            <a:lvl2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2pPr>
            <a:lvl3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3pPr>
            <a:lvl4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4pPr>
            <a:lvl5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5pPr>
          </a:lstStyle>
          <a:p>
            <a:pPr lvl="0"/>
            <a:r>
              <a:rPr lang="en-US" dirty="0"/>
              <a:t>This Is a Sample Outline for One-Column</a:t>
            </a:r>
          </a:p>
          <a:p>
            <a:pPr lvl="0"/>
            <a:r>
              <a:rPr lang="en-US" dirty="0"/>
              <a:t>It Is One-Column Only</a:t>
            </a:r>
          </a:p>
          <a:p>
            <a:pPr lvl="0"/>
            <a:r>
              <a:rPr lang="en-US" dirty="0"/>
              <a:t>This Outline Has H1 Headings Only</a:t>
            </a:r>
          </a:p>
          <a:p>
            <a:pPr lvl="0"/>
            <a:r>
              <a:rPr lang="en-US" dirty="0"/>
              <a:t>The Headings Are in Title Case, Matching the </a:t>
            </a:r>
            <a:r>
              <a:rPr lang="en-US" dirty="0" err="1"/>
              <a:t>eText</a:t>
            </a:r>
            <a:r>
              <a:rPr lang="en-US" dirty="0"/>
              <a:t>; This Can Vary by Title</a:t>
            </a:r>
          </a:p>
          <a:p>
            <a:pPr lvl="0"/>
            <a:r>
              <a:rPr lang="en-US" dirty="0"/>
              <a:t>This List Is Bulleted</a:t>
            </a:r>
          </a:p>
          <a:p>
            <a:pPr lvl="0"/>
            <a:r>
              <a:rPr lang="en-US" dirty="0"/>
              <a:t>The Outline Slide Has a Footer</a:t>
            </a:r>
          </a:p>
          <a:p>
            <a:pPr lvl="0"/>
            <a:r>
              <a:rPr lang="en-US" dirty="0"/>
              <a:t>Outline Items Usually Have No Ending Punctuation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2-</a:t>
            </a:r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Copyright ©2022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18669360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Outline: Version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406400" y="777241"/>
            <a:ext cx="11379200" cy="975360"/>
          </a:xfrm>
          <a:prstGeom prst="rect">
            <a:avLst/>
          </a:prstGeom>
        </p:spPr>
        <p:txBody>
          <a:bodyPr/>
          <a:lstStyle>
            <a:lvl1pPr>
              <a:defRPr sz="4000" b="0" i="0">
                <a:solidFill>
                  <a:schemeClr val="accent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Chapter Outline</a:t>
            </a:r>
          </a:p>
        </p:txBody>
      </p:sp>
      <p:sp>
        <p:nvSpPr>
          <p:cNvPr id="6" name="COBBL 2-col"/>
          <p:cNvSpPr>
            <a:spLocks noGrp="1"/>
          </p:cNvSpPr>
          <p:nvPr>
            <p:ph sz="quarter" idx="12" hasCustomPrompt="1"/>
          </p:nvPr>
        </p:nvSpPr>
        <p:spPr>
          <a:xfrm>
            <a:off x="406400" y="1752600"/>
            <a:ext cx="11379200" cy="4603750"/>
          </a:xfrm>
          <a:prstGeom prst="rect">
            <a:avLst/>
          </a:prstGeom>
        </p:spPr>
        <p:txBody>
          <a:bodyPr numCol="2" spcCol="548640"/>
          <a:lstStyle>
            <a:lvl1pPr marL="292608" marR="0" indent="-29260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/>
              <a:buChar char="•"/>
              <a:tabLst/>
              <a:defRPr sz="2800" b="0" i="0" baseline="0">
                <a:latin typeface="Calibri" charset="0"/>
                <a:ea typeface="Calibri" charset="0"/>
                <a:cs typeface="Calibri" charset="0"/>
              </a:defRPr>
            </a:lvl1pPr>
            <a:lvl2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2pPr>
            <a:lvl3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3pPr>
            <a:lvl4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4pPr>
            <a:lvl5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5pPr>
          </a:lstStyle>
          <a:p>
            <a:pPr lvl="0"/>
            <a:r>
              <a:rPr lang="en-US" dirty="0"/>
              <a:t>This Is a Sample Outline For Two-Column</a:t>
            </a:r>
          </a:p>
          <a:p>
            <a:pPr lvl="0"/>
            <a:r>
              <a:rPr lang="en-US" dirty="0"/>
              <a:t>This Outline Has No Sub-lists</a:t>
            </a:r>
          </a:p>
          <a:p>
            <a:pPr lvl="0"/>
            <a:r>
              <a:rPr lang="en-US" dirty="0"/>
              <a:t>This List Is Bulleted</a:t>
            </a:r>
          </a:p>
          <a:p>
            <a:pPr lvl="0"/>
            <a:r>
              <a:rPr lang="en-US" dirty="0"/>
              <a:t>The Outline Slide Has A Footer</a:t>
            </a:r>
          </a:p>
          <a:p>
            <a:pPr lvl="0"/>
            <a:r>
              <a:rPr lang="en-US" dirty="0"/>
              <a:t>Outline Items Usually Have No Ending Punctuation</a:t>
            </a:r>
          </a:p>
          <a:p>
            <a:pPr lvl="0"/>
            <a:r>
              <a:rPr lang="en-US" dirty="0"/>
              <a:t>This is Another Heading</a:t>
            </a:r>
          </a:p>
          <a:p>
            <a:pPr lvl="0"/>
            <a:r>
              <a:rPr lang="en-US" dirty="0"/>
              <a:t>This is Another Heading</a:t>
            </a:r>
          </a:p>
          <a:p>
            <a:pPr marL="292608" marR="0" lvl="0" indent="-29260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/>
              <a:buChar char="•"/>
              <a:tabLst/>
              <a:defRPr/>
            </a:pPr>
            <a:r>
              <a:rPr lang="en-US" dirty="0"/>
              <a:t>This is Another Heading</a:t>
            </a:r>
          </a:p>
          <a:p>
            <a:pPr marL="292608" marR="0" lvl="0" indent="-29260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/>
              <a:buChar char="•"/>
              <a:tabLst/>
              <a:defRPr/>
            </a:pPr>
            <a:r>
              <a:rPr lang="en-US" dirty="0"/>
              <a:t>This is Another Heading</a:t>
            </a:r>
          </a:p>
          <a:p>
            <a:pPr marL="292608" marR="0" lvl="0" indent="-29260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/>
              <a:buChar char="•"/>
              <a:tabLst/>
              <a:defRPr/>
            </a:pPr>
            <a:r>
              <a:rPr lang="en-US" dirty="0"/>
              <a:t>This is Another Heading</a:t>
            </a:r>
          </a:p>
          <a:p>
            <a:pPr marL="292608" marR="0" lvl="0" indent="-29260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/>
              <a:buChar char="•"/>
              <a:tabLst/>
              <a:defRPr/>
            </a:pPr>
            <a:r>
              <a:rPr lang="en-US" dirty="0"/>
              <a:t>This is Another Heading</a:t>
            </a:r>
          </a:p>
          <a:p>
            <a:pPr marL="292608" marR="0" lvl="0" indent="-29260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/>
              <a:buChar char="•"/>
              <a:tabLst/>
              <a:defRPr/>
            </a:pPr>
            <a:r>
              <a:rPr lang="en-US" dirty="0"/>
              <a:t>This is Another Heading</a:t>
            </a:r>
          </a:p>
          <a:p>
            <a:pPr marL="292608" marR="0" lvl="0" indent="-29260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/>
              <a:buChar char="•"/>
              <a:tabLst/>
              <a:defRPr/>
            </a:pPr>
            <a:r>
              <a:rPr lang="en-US" dirty="0"/>
              <a:t>This is Another Heading</a:t>
            </a:r>
          </a:p>
          <a:p>
            <a:pPr lvl="0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2-</a:t>
            </a:r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Copyright ©2022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993600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Outline: Version C1 (single#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406400" y="777241"/>
            <a:ext cx="11379200" cy="975360"/>
          </a:xfrm>
          <a:prstGeom prst="rect">
            <a:avLst/>
          </a:prstGeom>
        </p:spPr>
        <p:txBody>
          <a:bodyPr/>
          <a:lstStyle>
            <a:lvl1pPr>
              <a:defRPr sz="4000" b="0" i="0">
                <a:solidFill>
                  <a:schemeClr val="accent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Chapter Outline</a:t>
            </a:r>
          </a:p>
        </p:txBody>
      </p:sp>
      <p:sp>
        <p:nvSpPr>
          <p:cNvPr id="6" name="COBNL"/>
          <p:cNvSpPr>
            <a:spLocks noGrp="1"/>
          </p:cNvSpPr>
          <p:nvPr>
            <p:ph sz="quarter" idx="12" hasCustomPrompt="1"/>
          </p:nvPr>
        </p:nvSpPr>
        <p:spPr>
          <a:xfrm>
            <a:off x="406400" y="1752600"/>
            <a:ext cx="11379200" cy="4495800"/>
          </a:xfrm>
          <a:prstGeom prst="rect">
            <a:avLst/>
          </a:prstGeom>
        </p:spPr>
        <p:txBody>
          <a:bodyPr/>
          <a:lstStyle>
            <a:lvl1pPr marL="514350" indent="-514350">
              <a:buClr>
                <a:schemeClr val="accent2"/>
              </a:buClr>
              <a:buFont typeface="+mj-lt"/>
              <a:buAutoNum type="arabicPeriod"/>
              <a:defRPr sz="2800" b="0" i="0" baseline="0">
                <a:latin typeface="Calibri" charset="0"/>
                <a:ea typeface="Calibri" charset="0"/>
                <a:cs typeface="Calibri" charset="0"/>
              </a:defRPr>
            </a:lvl1pPr>
            <a:lvl2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2pPr>
            <a:lvl3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3pPr>
            <a:lvl4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4pPr>
            <a:lvl5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5pPr>
          </a:lstStyle>
          <a:p>
            <a:pPr lvl="0"/>
            <a:r>
              <a:rPr lang="en-US" dirty="0"/>
              <a:t>This Is a Sample Outline for One-Column</a:t>
            </a:r>
          </a:p>
          <a:p>
            <a:pPr lvl="0"/>
            <a:r>
              <a:rPr lang="en-US" dirty="0"/>
              <a:t>It Is One-Column Only</a:t>
            </a:r>
          </a:p>
          <a:p>
            <a:pPr lvl="0"/>
            <a:r>
              <a:rPr lang="en-US" dirty="0"/>
              <a:t>This Outline Has H1 Headings Only</a:t>
            </a:r>
          </a:p>
          <a:p>
            <a:pPr lvl="0"/>
            <a:r>
              <a:rPr lang="en-US" dirty="0"/>
              <a:t>The Headings Are in Title Case, Matching the </a:t>
            </a:r>
            <a:r>
              <a:rPr lang="en-US" dirty="0" err="1"/>
              <a:t>eText</a:t>
            </a:r>
            <a:r>
              <a:rPr lang="en-US" dirty="0"/>
              <a:t>; This Can Vary by Title</a:t>
            </a:r>
          </a:p>
          <a:p>
            <a:pPr lvl="0"/>
            <a:r>
              <a:rPr lang="en-US" dirty="0"/>
              <a:t>This List Is Numbered</a:t>
            </a:r>
          </a:p>
          <a:p>
            <a:pPr lvl="0"/>
            <a:r>
              <a:rPr lang="en-US" dirty="0"/>
              <a:t>The Outline Slide Has a Footer</a:t>
            </a:r>
          </a:p>
          <a:p>
            <a:pPr lvl="0"/>
            <a:r>
              <a:rPr lang="en-US" dirty="0"/>
              <a:t>Outline Items Usually Have No Ending Punctuation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2-</a:t>
            </a:r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Copyright ©2022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1786427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Outline: Version C2 (double#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406400" y="777241"/>
            <a:ext cx="11379200" cy="975360"/>
          </a:xfrm>
          <a:prstGeom prst="rect">
            <a:avLst/>
          </a:prstGeom>
        </p:spPr>
        <p:txBody>
          <a:bodyPr/>
          <a:lstStyle>
            <a:lvl1pPr>
              <a:defRPr sz="4000" b="0" i="0">
                <a:solidFill>
                  <a:schemeClr val="accent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Chapter Outline</a:t>
            </a:r>
          </a:p>
        </p:txBody>
      </p:sp>
      <p:sp>
        <p:nvSpPr>
          <p:cNvPr id="10" name="COBNL"/>
          <p:cNvSpPr>
            <a:spLocks noGrp="1"/>
          </p:cNvSpPr>
          <p:nvPr>
            <p:ph sz="quarter" idx="14" hasCustomPrompt="1"/>
          </p:nvPr>
        </p:nvSpPr>
        <p:spPr>
          <a:xfrm>
            <a:off x="406400" y="1752600"/>
            <a:ext cx="11379200" cy="4114800"/>
          </a:xfrm>
          <a:prstGeom prst="rect">
            <a:avLst/>
          </a:prstGeom>
        </p:spPr>
        <p:txBody>
          <a:bodyPr/>
          <a:lstStyle>
            <a:lvl1pPr marL="803275" indent="-803275">
              <a:buNone/>
              <a:tabLst/>
              <a:defRPr sz="2800" b="0" i="0" baseline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pPr lvl="0"/>
            <a:r>
              <a:rPr lang="en-US" dirty="0"/>
              <a:t>1.1	This Is a Sample Outline for One-Column and Double-numbered</a:t>
            </a:r>
          </a:p>
          <a:p>
            <a:pPr lvl="0"/>
            <a:r>
              <a:rPr lang="en-US" dirty="0"/>
              <a:t>1.2	It is One-column Only</a:t>
            </a:r>
          </a:p>
          <a:p>
            <a:pPr lvl="0"/>
            <a:r>
              <a:rPr lang="en-US" dirty="0"/>
              <a:t>1.3	This Outline Has No Sub-lists</a:t>
            </a:r>
          </a:p>
          <a:p>
            <a:pPr lvl="0"/>
            <a:r>
              <a:rPr lang="en-US" dirty="0"/>
              <a:t>1.4	This List Is Double-numbered</a:t>
            </a:r>
          </a:p>
          <a:p>
            <a:pPr lvl="0"/>
            <a:r>
              <a:rPr lang="en-US" dirty="0"/>
              <a:t>1.5	The Outline Slide Has a Footer</a:t>
            </a:r>
          </a:p>
          <a:p>
            <a:pPr lvl="0"/>
            <a:r>
              <a:rPr lang="en-US" dirty="0"/>
              <a:t>10.6	Outline Items Usually Have No Ending Punctuation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2-</a:t>
            </a:r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Copyright ©2022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11235725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406400" y="777241"/>
            <a:ext cx="11379200" cy="975360"/>
          </a:xfrm>
          <a:prstGeom prst="rect">
            <a:avLst/>
          </a:prstGeom>
        </p:spPr>
        <p:txBody>
          <a:bodyPr/>
          <a:lstStyle>
            <a:lvl1pPr>
              <a:defRPr sz="4000" b="0" i="0">
                <a:solidFill>
                  <a:schemeClr val="accent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Chapter Outline</a:t>
            </a:r>
          </a:p>
        </p:txBody>
      </p:sp>
      <p:sp>
        <p:nvSpPr>
          <p:cNvPr id="8" name="COBBL"/>
          <p:cNvSpPr>
            <a:spLocks noGrp="1"/>
          </p:cNvSpPr>
          <p:nvPr>
            <p:ph sz="quarter" idx="12" hasCustomPrompt="1"/>
          </p:nvPr>
        </p:nvSpPr>
        <p:spPr>
          <a:xfrm>
            <a:off x="406400" y="1752600"/>
            <a:ext cx="11379200" cy="4495800"/>
          </a:xfrm>
          <a:prstGeom prst="rect">
            <a:avLst/>
          </a:prstGeom>
        </p:spPr>
        <p:txBody>
          <a:bodyPr>
            <a:normAutofit/>
          </a:bodyPr>
          <a:lstStyle>
            <a:lvl1pPr marL="292608" marR="0" indent="-29260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/>
              <a:buChar char="•"/>
              <a:tabLst/>
              <a:defRPr sz="2800" b="0" i="0" baseline="0">
                <a:latin typeface="Calibri" charset="0"/>
                <a:ea typeface="Calibri" charset="0"/>
                <a:cs typeface="Calibri" charset="0"/>
              </a:defRPr>
            </a:lvl1pPr>
            <a:lvl2pPr marL="621792" marR="0" indent="-32004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ct val="80000"/>
              <a:buFont typeface="Courier New" charset="0"/>
              <a:buChar char="o"/>
              <a:tabLst/>
              <a:defRPr sz="2400" b="0" i="0" baseline="0">
                <a:latin typeface="Calibri" charset="0"/>
                <a:ea typeface="Calibri" charset="0"/>
                <a:cs typeface="Calibri" charset="0"/>
              </a:defRPr>
            </a:lvl2pPr>
            <a:lvl3pPr>
              <a:defRPr sz="2000" b="0" i="0">
                <a:latin typeface="Source Sans Pro" charset="0"/>
                <a:ea typeface="Source Sans Pro" charset="0"/>
                <a:cs typeface="Source Sans Pro" charset="0"/>
              </a:defRPr>
            </a:lvl3pPr>
            <a:lvl4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4pPr>
            <a:lvl5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5pPr>
          </a:lstStyle>
          <a:p>
            <a:pPr lvl="0"/>
            <a:r>
              <a:rPr lang="en-US" dirty="0"/>
              <a:t>This Is a Sample Outline for 1-Column </a:t>
            </a:r>
          </a:p>
          <a:p>
            <a:pPr lvl="1"/>
            <a:r>
              <a:rPr lang="en-US" dirty="0"/>
              <a:t>It Has H2s</a:t>
            </a:r>
          </a:p>
          <a:p>
            <a:pPr lvl="0"/>
            <a:r>
              <a:rPr lang="en-US" dirty="0"/>
              <a:t>It Is One-column Only</a:t>
            </a:r>
          </a:p>
          <a:p>
            <a:pPr lvl="1"/>
            <a:r>
              <a:rPr lang="en-US" dirty="0"/>
              <a:t>It Will Probably Not Have Art</a:t>
            </a:r>
          </a:p>
          <a:p>
            <a:pPr lvl="0"/>
            <a:r>
              <a:rPr lang="en-US" dirty="0"/>
              <a:t>This Is a Bulleted List</a:t>
            </a:r>
          </a:p>
          <a:p>
            <a:pPr lvl="1"/>
            <a:r>
              <a:rPr lang="en-US" dirty="0"/>
              <a:t>Make Sure That Any Links Included Here, for Any Reason, Have Descriptive Hyperlinks</a:t>
            </a:r>
          </a:p>
          <a:p>
            <a:pPr lvl="0"/>
            <a:r>
              <a:rPr lang="en-US" dirty="0"/>
              <a:t>Outline Items Usually Have No Ending Punctuation</a:t>
            </a:r>
          </a:p>
          <a:p>
            <a:pPr lvl="1"/>
            <a:r>
              <a:rPr lang="en-US" dirty="0"/>
              <a:t>There is a Footer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2-</a:t>
            </a:r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Copyright ©2022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8379093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Outline: Version E1 (single#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06400" y="777241"/>
            <a:ext cx="11379200" cy="975360"/>
          </a:xfrm>
          <a:prstGeom prst="rect">
            <a:avLst/>
          </a:prstGeom>
        </p:spPr>
        <p:txBody>
          <a:bodyPr/>
          <a:lstStyle>
            <a:lvl1pPr>
              <a:defRPr sz="4000" b="0" i="0">
                <a:solidFill>
                  <a:schemeClr val="accent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Chapter Outline</a:t>
            </a:r>
          </a:p>
        </p:txBody>
      </p:sp>
      <p:sp>
        <p:nvSpPr>
          <p:cNvPr id="6" name="COBNL"/>
          <p:cNvSpPr>
            <a:spLocks noGrp="1"/>
          </p:cNvSpPr>
          <p:nvPr>
            <p:ph sz="quarter" idx="14" hasCustomPrompt="1"/>
          </p:nvPr>
        </p:nvSpPr>
        <p:spPr>
          <a:xfrm>
            <a:off x="406400" y="1752600"/>
            <a:ext cx="11379200" cy="4419600"/>
          </a:xfrm>
          <a:prstGeom prst="rect">
            <a:avLst/>
          </a:prstGeom>
        </p:spPr>
        <p:txBody>
          <a:bodyPr/>
          <a:lstStyle>
            <a:lvl1pPr marL="465138" indent="-465138">
              <a:buClr>
                <a:schemeClr val="accent2"/>
              </a:buClr>
              <a:buFont typeface="+mj-lt"/>
              <a:buAutoNum type="arabicPeriod"/>
              <a:tabLst/>
              <a:defRPr sz="2800" b="0" i="0" baseline="0">
                <a:latin typeface="Calibri" charset="0"/>
                <a:ea typeface="Calibri" charset="0"/>
                <a:cs typeface="Calibri" charset="0"/>
              </a:defRPr>
            </a:lvl1pPr>
            <a:lvl2pPr marL="803275" indent="-282575">
              <a:buClr>
                <a:schemeClr val="accent2"/>
              </a:buClr>
              <a:tabLst/>
              <a:defRPr sz="2400" b="0" i="0" baseline="0">
                <a:latin typeface="Calibri" charset="0"/>
                <a:ea typeface="Calibri" charset="0"/>
                <a:cs typeface="Calibri" charset="0"/>
              </a:defRPr>
            </a:lvl2pPr>
            <a:lvl3pPr marL="803275" marR="0" indent="-2825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 sz="2400" b="0" i="0">
                <a:solidFill>
                  <a:schemeClr val="accent2"/>
                </a:solidFill>
                <a:latin typeface="Calibri" charset="0"/>
                <a:ea typeface="Calibri" charset="0"/>
                <a:cs typeface="Calibri" charset="0"/>
              </a:defRPr>
            </a:lvl3pPr>
          </a:lstStyle>
          <a:p>
            <a:pPr lvl="0"/>
            <a:r>
              <a:rPr lang="en-US" dirty="0"/>
              <a:t>This Is a Sample Outline for One-Column and single number</a:t>
            </a:r>
          </a:p>
          <a:p>
            <a:pPr lvl="1"/>
            <a:r>
              <a:rPr lang="en-US" dirty="0"/>
              <a:t>The H2 Level Does Not Have a Number</a:t>
            </a:r>
          </a:p>
          <a:p>
            <a:pPr lvl="2"/>
            <a:r>
              <a:rPr lang="en-US" dirty="0"/>
              <a:t>One of the Subheadings May Be a Special Feature  </a:t>
            </a:r>
          </a:p>
          <a:p>
            <a:pPr lvl="0"/>
            <a:r>
              <a:rPr lang="en-US" dirty="0"/>
              <a:t>This Outline Has Two Levels</a:t>
            </a:r>
          </a:p>
          <a:p>
            <a:pPr lvl="1"/>
            <a:r>
              <a:rPr lang="en-US" dirty="0"/>
              <a:t>Outline Items Usually Have No Ending Punctuation</a:t>
            </a:r>
          </a:p>
          <a:p>
            <a:pPr marL="803275" marR="0" lvl="2" indent="-2825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en-US" dirty="0"/>
              <a:t>Special Feature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2-</a:t>
            </a:r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Copyright ©2022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12634322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Outline: Version E2 (double#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06400" y="777241"/>
            <a:ext cx="11379200" cy="975360"/>
          </a:xfrm>
          <a:prstGeom prst="rect">
            <a:avLst/>
          </a:prstGeom>
        </p:spPr>
        <p:txBody>
          <a:bodyPr/>
          <a:lstStyle>
            <a:lvl1pPr>
              <a:defRPr sz="4000" b="0" i="0">
                <a:solidFill>
                  <a:schemeClr val="accent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Chapter Outline</a:t>
            </a:r>
          </a:p>
        </p:txBody>
      </p:sp>
      <p:sp>
        <p:nvSpPr>
          <p:cNvPr id="6" name="COBNL"/>
          <p:cNvSpPr>
            <a:spLocks noGrp="1"/>
          </p:cNvSpPr>
          <p:nvPr>
            <p:ph sz="quarter" idx="14" hasCustomPrompt="1"/>
          </p:nvPr>
        </p:nvSpPr>
        <p:spPr>
          <a:xfrm>
            <a:off x="406400" y="1752600"/>
            <a:ext cx="11379200" cy="4343400"/>
          </a:xfrm>
          <a:prstGeom prst="rect">
            <a:avLst/>
          </a:prstGeom>
        </p:spPr>
        <p:txBody>
          <a:bodyPr/>
          <a:lstStyle>
            <a:lvl1pPr marL="803275" indent="-803275">
              <a:buNone/>
              <a:tabLst/>
              <a:defRPr sz="2800" b="0" i="0" baseline="0">
                <a:latin typeface="Calibri" charset="0"/>
                <a:ea typeface="Calibri" charset="0"/>
                <a:cs typeface="Calibri" charset="0"/>
              </a:defRPr>
            </a:lvl1pPr>
            <a:lvl2pPr marL="1143000" indent="-292608">
              <a:buClr>
                <a:schemeClr val="accent2"/>
              </a:buClr>
              <a:defRPr sz="2400" b="0" i="0" baseline="0">
                <a:latin typeface="Calibri" charset="0"/>
                <a:ea typeface="Calibri" charset="0"/>
                <a:cs typeface="Calibri" charset="0"/>
              </a:defRPr>
            </a:lvl2pPr>
            <a:lvl3pPr marL="1143000" marR="0" indent="-292608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 sz="2400" b="0" i="0">
                <a:solidFill>
                  <a:schemeClr val="accent2"/>
                </a:solidFill>
                <a:latin typeface="Calibri" charset="0"/>
                <a:ea typeface="Calibri" charset="0"/>
                <a:cs typeface="Calibri" charset="0"/>
              </a:defRPr>
            </a:lvl3pPr>
          </a:lstStyle>
          <a:p>
            <a:pPr lvl="0"/>
            <a:r>
              <a:rPr lang="en-US" dirty="0"/>
              <a:t>1.1	This Is a Sample Outline for One-Column and Double-numbered</a:t>
            </a:r>
          </a:p>
          <a:p>
            <a:pPr lvl="1"/>
            <a:r>
              <a:rPr lang="en-US" dirty="0"/>
              <a:t>The H2 Level Does Not Have a Number</a:t>
            </a:r>
          </a:p>
          <a:p>
            <a:pPr lvl="2"/>
            <a:r>
              <a:rPr lang="en-US" dirty="0"/>
              <a:t>One of the Subheadings May Be a Special Feature </a:t>
            </a:r>
          </a:p>
          <a:p>
            <a:pPr lvl="0"/>
            <a:r>
              <a:rPr lang="en-US" dirty="0"/>
              <a:t>10.2	This Outline Has Two Levels</a:t>
            </a:r>
          </a:p>
          <a:p>
            <a:pPr lvl="1"/>
            <a:r>
              <a:rPr lang="en-US" dirty="0"/>
              <a:t>Outline Items Usually Have No Ending Punctuation</a:t>
            </a:r>
          </a:p>
          <a:p>
            <a:pPr lvl="2"/>
            <a:r>
              <a:rPr lang="en-US" dirty="0"/>
              <a:t>Special Feature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2-</a:t>
            </a:r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Copyright ©2022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1042655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Outline: Version 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06400" y="777241"/>
            <a:ext cx="11379200" cy="975360"/>
          </a:xfrm>
          <a:prstGeom prst="rect">
            <a:avLst/>
          </a:prstGeom>
        </p:spPr>
        <p:txBody>
          <a:bodyPr/>
          <a:lstStyle>
            <a:lvl1pPr>
              <a:defRPr sz="4000" b="0" i="0">
                <a:solidFill>
                  <a:schemeClr val="accent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Chapter Outline</a:t>
            </a:r>
          </a:p>
        </p:txBody>
      </p:sp>
      <p:sp>
        <p:nvSpPr>
          <p:cNvPr id="6" name="COB"/>
          <p:cNvSpPr>
            <a:spLocks noGrp="1"/>
          </p:cNvSpPr>
          <p:nvPr>
            <p:ph sz="quarter" idx="14" hasCustomPrompt="1"/>
          </p:nvPr>
        </p:nvSpPr>
        <p:spPr>
          <a:xfrm>
            <a:off x="406400" y="1752600"/>
            <a:ext cx="11379200" cy="4495800"/>
          </a:xfrm>
          <a:prstGeom prst="rect">
            <a:avLst/>
          </a:prstGeom>
        </p:spPr>
        <p:txBody>
          <a:bodyPr/>
          <a:lstStyle>
            <a:lvl1pPr marL="0" indent="0">
              <a:buFont typeface="+mj-lt"/>
              <a:buNone/>
              <a:tabLst/>
              <a:defRPr sz="2800" b="0" i="0" baseline="0">
                <a:latin typeface="Calibri" charset="0"/>
                <a:ea typeface="Calibri" charset="0"/>
                <a:cs typeface="Calibri" charset="0"/>
              </a:defRPr>
            </a:lvl1pPr>
            <a:lvl2pPr marL="803275" indent="-282575">
              <a:tabLst/>
              <a:defRPr sz="2400" b="0" i="0" baseline="0">
                <a:latin typeface="Calibri" charset="0"/>
                <a:ea typeface="Calibri" charset="0"/>
                <a:cs typeface="Calibri" charset="0"/>
              </a:defRPr>
            </a:lvl2pPr>
            <a:lvl3pPr marL="803275" marR="0" indent="-2825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 sz="2400" b="0" i="0">
                <a:solidFill>
                  <a:schemeClr val="accent2"/>
                </a:solidFill>
                <a:latin typeface="Calibri" charset="0"/>
                <a:ea typeface="Calibri" charset="0"/>
                <a:cs typeface="Calibri" charset="0"/>
              </a:defRPr>
            </a:lvl3pPr>
          </a:lstStyle>
          <a:p>
            <a:pPr lvl="0"/>
            <a:r>
              <a:rPr lang="en-US" dirty="0"/>
              <a:t>This Is a Sample Outline with No Numbers and One-column</a:t>
            </a:r>
          </a:p>
          <a:p>
            <a:pPr lvl="1"/>
            <a:r>
              <a:rPr lang="en-US" dirty="0"/>
              <a:t>The H2 Level Does Not Have a Number</a:t>
            </a:r>
          </a:p>
          <a:p>
            <a:pPr lvl="2"/>
            <a:r>
              <a:rPr lang="en-US" dirty="0"/>
              <a:t>One of the Subheadings May Be a Special Feature  </a:t>
            </a:r>
          </a:p>
          <a:p>
            <a:pPr lvl="0"/>
            <a:r>
              <a:rPr lang="en-US" dirty="0"/>
              <a:t>This Outline Has Two Levels</a:t>
            </a:r>
          </a:p>
          <a:p>
            <a:pPr lvl="1"/>
            <a:r>
              <a:rPr lang="en-US" dirty="0"/>
              <a:t>Outline Items Usually Have No Ending Punctuation</a:t>
            </a:r>
          </a:p>
          <a:p>
            <a:pPr marL="803275" marR="0" lvl="2" indent="-2825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en-US" dirty="0"/>
              <a:t>Special Feature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2-</a:t>
            </a:r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Copyright ©2022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3403783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Outline: Version F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06400" y="777241"/>
            <a:ext cx="11379200" cy="975360"/>
          </a:xfrm>
          <a:prstGeom prst="rect">
            <a:avLst/>
          </a:prstGeom>
        </p:spPr>
        <p:txBody>
          <a:bodyPr/>
          <a:lstStyle>
            <a:lvl1pPr>
              <a:defRPr sz="4000" b="0" i="0">
                <a:solidFill>
                  <a:schemeClr val="accent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Chapter Outline</a:t>
            </a:r>
          </a:p>
        </p:txBody>
      </p:sp>
      <p:sp>
        <p:nvSpPr>
          <p:cNvPr id="6" name="COBNL"/>
          <p:cNvSpPr>
            <a:spLocks noGrp="1"/>
          </p:cNvSpPr>
          <p:nvPr>
            <p:ph sz="quarter" idx="14" hasCustomPrompt="1"/>
          </p:nvPr>
        </p:nvSpPr>
        <p:spPr>
          <a:xfrm>
            <a:off x="406400" y="1752600"/>
            <a:ext cx="11379200" cy="4419600"/>
          </a:xfrm>
          <a:prstGeom prst="rect">
            <a:avLst/>
          </a:prstGeom>
        </p:spPr>
        <p:txBody>
          <a:bodyPr numCol="2" spcCol="548640"/>
          <a:lstStyle>
            <a:lvl1pPr marL="803275" marR="0" indent="-80327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800" b="0" i="0" baseline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pPr lvl="0"/>
            <a:r>
              <a:rPr lang="en-US" dirty="0"/>
              <a:t>1.1	This Is a Sample Outline for Two-Column and Double-numbered</a:t>
            </a:r>
          </a:p>
          <a:p>
            <a:pPr lvl="0"/>
            <a:r>
              <a:rPr lang="en-US" dirty="0"/>
              <a:t>1.2	It is Two-column </a:t>
            </a:r>
          </a:p>
          <a:p>
            <a:pPr lvl="0"/>
            <a:r>
              <a:rPr lang="en-US" dirty="0"/>
              <a:t>1.3	This Outline Has No Sub-lists</a:t>
            </a:r>
          </a:p>
          <a:p>
            <a:pPr lvl="0"/>
            <a:r>
              <a:rPr lang="en-US" dirty="0"/>
              <a:t>1.4	This List Is Double-numbered</a:t>
            </a:r>
          </a:p>
          <a:p>
            <a:pPr lvl="0"/>
            <a:r>
              <a:rPr lang="en-US" dirty="0"/>
              <a:t>1.5	The Outline Slide Has a Footer</a:t>
            </a:r>
          </a:p>
          <a:p>
            <a:pPr lvl="0"/>
            <a:r>
              <a:rPr lang="en-US" dirty="0"/>
              <a:t>1.6	Outline Items Usually Have No Ending Punctuation</a:t>
            </a:r>
          </a:p>
          <a:p>
            <a:pPr marL="803275" marR="0" lvl="0" indent="-80327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dirty="0"/>
              <a:t>1.7	Another Heading</a:t>
            </a:r>
          </a:p>
          <a:p>
            <a:pPr marL="803275" marR="0" lvl="0" indent="-80327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dirty="0"/>
              <a:t>1.8	Another Heading</a:t>
            </a:r>
          </a:p>
          <a:p>
            <a:pPr marL="803275" marR="0" lvl="0" indent="-80327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dirty="0"/>
              <a:t>1.10	Another Heading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2-</a:t>
            </a:r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Copyright ©2022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20518789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406400" y="777241"/>
            <a:ext cx="11379200" cy="975360"/>
          </a:xfrm>
          <a:prstGeom prst="rect">
            <a:avLst/>
          </a:prstGeom>
        </p:spPr>
        <p:txBody>
          <a:bodyPr/>
          <a:lstStyle>
            <a:lvl1pPr>
              <a:defRPr sz="4000" b="0" i="0">
                <a:solidFill>
                  <a:schemeClr val="accent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Chapter Outline</a:t>
            </a:r>
          </a:p>
        </p:txBody>
      </p:sp>
      <p:sp>
        <p:nvSpPr>
          <p:cNvPr id="6" name="COBNL1"/>
          <p:cNvSpPr>
            <a:spLocks noGrp="1"/>
          </p:cNvSpPr>
          <p:nvPr>
            <p:ph sz="quarter" idx="14" hasCustomPrompt="1"/>
          </p:nvPr>
        </p:nvSpPr>
        <p:spPr>
          <a:xfrm>
            <a:off x="406400" y="1752600"/>
            <a:ext cx="5384800" cy="4419600"/>
          </a:xfrm>
          <a:prstGeom prst="rect">
            <a:avLst/>
          </a:prstGeom>
        </p:spPr>
        <p:txBody>
          <a:bodyPr numCol="1" spcCol="548640">
            <a:normAutofit/>
          </a:bodyPr>
          <a:lstStyle>
            <a:lvl1pPr marL="457200" marR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800" b="0" i="0" baseline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pPr lvl="0"/>
            <a:r>
              <a:rPr lang="en-US" dirty="0"/>
              <a:t>This Is a Sample Outline for Two-Column (2 Boxes) and Double-numbered</a:t>
            </a:r>
          </a:p>
          <a:p>
            <a:pPr lvl="0"/>
            <a:r>
              <a:rPr lang="en-US" dirty="0"/>
              <a:t>It is Two-column </a:t>
            </a:r>
          </a:p>
          <a:p>
            <a:pPr lvl="0"/>
            <a:r>
              <a:rPr lang="en-US" dirty="0"/>
              <a:t>This Outline Has No Sub-lists</a:t>
            </a:r>
          </a:p>
          <a:p>
            <a:pPr lvl="0"/>
            <a:r>
              <a:rPr lang="en-US" dirty="0"/>
              <a:t>This List Is Double-numbered</a:t>
            </a:r>
          </a:p>
        </p:txBody>
      </p:sp>
      <p:sp>
        <p:nvSpPr>
          <p:cNvPr id="7" name="COBNL2"/>
          <p:cNvSpPr>
            <a:spLocks noGrp="1"/>
          </p:cNvSpPr>
          <p:nvPr>
            <p:ph sz="quarter" idx="15" hasCustomPrompt="1"/>
          </p:nvPr>
        </p:nvSpPr>
        <p:spPr>
          <a:xfrm>
            <a:off x="6356349" y="1752600"/>
            <a:ext cx="5384800" cy="4419600"/>
          </a:xfrm>
          <a:prstGeom prst="rect">
            <a:avLst/>
          </a:prstGeom>
        </p:spPr>
        <p:txBody>
          <a:bodyPr numCol="1" spcCol="548640">
            <a:normAutofit/>
          </a:bodyPr>
          <a:lstStyle>
            <a:lvl1pPr marL="292608" marR="0" indent="-29260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800" b="0" i="0" baseline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pPr lvl="0"/>
            <a:r>
              <a:rPr lang="en-US" dirty="0"/>
              <a:t>The Outline Slide Has a Footer</a:t>
            </a:r>
          </a:p>
          <a:p>
            <a:pPr lvl="0"/>
            <a:r>
              <a:rPr lang="en-US" dirty="0"/>
              <a:t>Outline Items Usually Have No Ending Punctuation</a:t>
            </a:r>
          </a:p>
          <a:p>
            <a:pPr lvl="0"/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2-</a:t>
            </a:r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Copyright ©2022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14100604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Outline: Version 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406400" y="777241"/>
            <a:ext cx="11379200" cy="975360"/>
          </a:xfrm>
          <a:prstGeom prst="rect">
            <a:avLst/>
          </a:prstGeom>
        </p:spPr>
        <p:txBody>
          <a:bodyPr/>
          <a:lstStyle>
            <a:lvl1pPr>
              <a:defRPr sz="4000" b="0" i="0">
                <a:solidFill>
                  <a:schemeClr val="accent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Chapter Outline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 hasCustomPrompt="1"/>
          </p:nvPr>
        </p:nvSpPr>
        <p:spPr>
          <a:xfrm>
            <a:off x="406400" y="1752600"/>
            <a:ext cx="11379200" cy="4419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aseline="0"/>
            </a:lvl1pPr>
            <a:lvl2pPr marL="457200" indent="-446088">
              <a:spcBef>
                <a:spcPts val="2000"/>
              </a:spcBef>
              <a:buFont typeface="+mj-lt"/>
              <a:buNone/>
              <a:tabLst/>
              <a:defRPr sz="2800">
                <a:solidFill>
                  <a:schemeClr val="accent2"/>
                </a:solidFill>
              </a:defRPr>
            </a:lvl2pPr>
            <a:lvl3pPr marL="688975" indent="-400050">
              <a:spcBef>
                <a:spcPts val="1000"/>
              </a:spcBef>
              <a:buClr>
                <a:schemeClr val="accent2"/>
              </a:buClr>
              <a:buFont typeface="+mj-lt"/>
              <a:buAutoNum type="arabicPeriod"/>
              <a:tabLst/>
              <a:defRPr sz="2800"/>
            </a:lvl3pPr>
            <a:lvl4pPr marL="1371600" indent="0">
              <a:buNone/>
              <a:defRPr sz="2800"/>
            </a:lvl4pPr>
            <a:lvl5pPr marL="1828800" indent="0">
              <a:buNone/>
              <a:defRPr sz="2800"/>
            </a:lvl5pPr>
          </a:lstStyle>
          <a:p>
            <a:pPr lvl="0"/>
            <a:r>
              <a:rPr lang="en-US" dirty="0"/>
              <a:t>This Is a Sample Outline with No Numbers</a:t>
            </a:r>
          </a:p>
          <a:p>
            <a:pPr lvl="1"/>
            <a:r>
              <a:rPr lang="en-US" dirty="0"/>
              <a:t>Learning Objective</a:t>
            </a:r>
          </a:p>
          <a:p>
            <a:pPr lvl="2"/>
            <a:r>
              <a:rPr lang="en-US" dirty="0"/>
              <a:t>Describe what racial &amp; ethnic group make up Latin America.</a:t>
            </a:r>
          </a:p>
          <a:p>
            <a:pPr lvl="2"/>
            <a:r>
              <a:rPr lang="en-US" dirty="0"/>
              <a:t>Explain Latin American agricultural systems.</a:t>
            </a:r>
          </a:p>
          <a:p>
            <a:pPr lvl="2"/>
            <a:r>
              <a:rPr lang="en-US" dirty="0"/>
              <a:t>Critically evaluate models of biodiversity conservation in the Latin American context.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2-</a:t>
            </a:r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Copyright ©2017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1956338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 Objectives: Version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406400" y="743712"/>
            <a:ext cx="11379200" cy="990600"/>
          </a:xfrm>
          <a:prstGeom prst="rect">
            <a:avLst/>
          </a:prstGeom>
        </p:spPr>
        <p:txBody>
          <a:bodyPr/>
          <a:lstStyle>
            <a:lvl1pPr>
              <a:defRPr sz="4000" b="0" i="0">
                <a:solidFill>
                  <a:schemeClr val="accent2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Learning Objectives</a:t>
            </a:r>
          </a:p>
        </p:txBody>
      </p:sp>
      <p:sp>
        <p:nvSpPr>
          <p:cNvPr id="9" name="LONL"/>
          <p:cNvSpPr>
            <a:spLocks noGrp="1"/>
          </p:cNvSpPr>
          <p:nvPr>
            <p:ph sz="quarter" idx="16" hasCustomPrompt="1"/>
          </p:nvPr>
        </p:nvSpPr>
        <p:spPr>
          <a:xfrm>
            <a:off x="406400" y="1752600"/>
            <a:ext cx="11379200" cy="4495800"/>
          </a:xfrm>
          <a:prstGeom prst="rect">
            <a:avLst/>
          </a:prstGeom>
        </p:spPr>
        <p:txBody>
          <a:bodyPr/>
          <a:lstStyle>
            <a:lvl1pPr marL="514350" indent="-514350">
              <a:buClr>
                <a:schemeClr val="accent2"/>
              </a:buClr>
              <a:buFont typeface="+mj-lt"/>
              <a:buAutoNum type="arabicPeriod"/>
              <a:defRPr sz="2800" b="0" i="0" baseline="0">
                <a:latin typeface="Calibri" charset="0"/>
                <a:ea typeface="Calibri" charset="0"/>
                <a:cs typeface="Calibri" charset="0"/>
              </a:defRPr>
            </a:lvl1pPr>
            <a:lvl2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2pPr>
            <a:lvl3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3pPr>
            <a:lvl4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4pPr>
            <a:lvl5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5pPr>
          </a:lstStyle>
          <a:p>
            <a:pPr lvl="0"/>
            <a:r>
              <a:rPr lang="en-US" dirty="0"/>
              <a:t>Explain the time value of money and why it is so important in the field of finance.</a:t>
            </a:r>
          </a:p>
          <a:p>
            <a:pPr lvl="0"/>
            <a:r>
              <a:rPr lang="en-US" dirty="0"/>
              <a:t>Explain the concept of future value, including the meaning of the terms principal, simple interest, and compound interest.</a:t>
            </a:r>
          </a:p>
          <a:p>
            <a:pPr lvl="0"/>
            <a:r>
              <a:rPr lang="en-US" dirty="0"/>
              <a:t>Explain the concept of present value, how it relates to future value, and is used to make business decisions.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31750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2-</a:t>
            </a:r>
            <a:fld id="{957104EA-F2AF-1046-9253-EE8D978719B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Copyright ©2022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18823214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 Objectives: Version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/>
          <p:cNvSpPr>
            <a:spLocks noGrp="1"/>
          </p:cNvSpPr>
          <p:nvPr>
            <p:ph type="title" hasCustomPrompt="1"/>
          </p:nvPr>
        </p:nvSpPr>
        <p:spPr>
          <a:xfrm>
            <a:off x="406400" y="743712"/>
            <a:ext cx="11379200" cy="990600"/>
          </a:xfrm>
          <a:prstGeom prst="rect">
            <a:avLst/>
          </a:prstGeom>
        </p:spPr>
        <p:txBody>
          <a:bodyPr/>
          <a:lstStyle>
            <a:lvl1pPr>
              <a:defRPr sz="4000" b="0" i="0">
                <a:solidFill>
                  <a:schemeClr val="accent2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Learning Objectives</a:t>
            </a:r>
          </a:p>
        </p:txBody>
      </p:sp>
      <p:sp>
        <p:nvSpPr>
          <p:cNvPr id="7" name="LOBL"/>
          <p:cNvSpPr>
            <a:spLocks noGrp="1"/>
          </p:cNvSpPr>
          <p:nvPr>
            <p:ph sz="quarter" idx="16" hasCustomPrompt="1"/>
          </p:nvPr>
        </p:nvSpPr>
        <p:spPr>
          <a:xfrm>
            <a:off x="406400" y="1752600"/>
            <a:ext cx="11379200" cy="4495800"/>
          </a:xfrm>
          <a:prstGeom prst="rect">
            <a:avLst/>
          </a:prstGeom>
        </p:spPr>
        <p:txBody>
          <a:bodyPr/>
          <a:lstStyle>
            <a:lvl1pPr marL="292608" indent="-292608">
              <a:buClr>
                <a:schemeClr val="accent2"/>
              </a:buClr>
              <a:buFont typeface="Arial" charset="0"/>
              <a:buChar char="•"/>
              <a:defRPr sz="2800" b="0" i="0" baseline="0">
                <a:latin typeface="Calibri" charset="0"/>
                <a:ea typeface="Calibri" charset="0"/>
                <a:cs typeface="Calibri" charset="0"/>
              </a:defRPr>
            </a:lvl1pPr>
            <a:lvl2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2pPr>
            <a:lvl3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3pPr>
            <a:lvl4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4pPr>
            <a:lvl5pPr>
              <a:defRPr sz="2800" b="0" i="0">
                <a:latin typeface="Source Sans Pro" charset="0"/>
                <a:ea typeface="Source Sans Pro" charset="0"/>
                <a:cs typeface="Source Sans Pro" charset="0"/>
              </a:defRPr>
            </a:lvl5pPr>
          </a:lstStyle>
          <a:p>
            <a:pPr lvl="0"/>
            <a:r>
              <a:rPr lang="en-US" dirty="0"/>
              <a:t>Explain the time value of money and why it is so important in the field of finance.</a:t>
            </a:r>
          </a:p>
          <a:p>
            <a:pPr lvl="0"/>
            <a:r>
              <a:rPr lang="en-US" dirty="0"/>
              <a:t>Explain the concept of future value, including the meaning of the terms principal, simple interest, and compound interest.</a:t>
            </a:r>
          </a:p>
          <a:p>
            <a:pPr lvl="0"/>
            <a:r>
              <a:rPr lang="en-US" dirty="0"/>
              <a:t>Explain the concept of present value, how it relates to future value, and is used to make business decisions.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2-</a:t>
            </a:r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Copyright ©2022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8177182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ept Check Question (1of 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title" hasCustomPrompt="1"/>
          </p:nvPr>
        </p:nvSpPr>
        <p:spPr>
          <a:xfrm>
            <a:off x="406400" y="762001"/>
            <a:ext cx="11379200" cy="990600"/>
          </a:xfrm>
          <a:prstGeom prst="rect">
            <a:avLst/>
          </a:prstGeom>
        </p:spPr>
        <p:txBody>
          <a:bodyPr/>
          <a:lstStyle>
            <a:lvl1pPr>
              <a:defRPr sz="4000" b="0" i="0">
                <a:solidFill>
                  <a:schemeClr val="accent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pPr lvl="0"/>
            <a:r>
              <a:rPr lang="en-US" dirty="0"/>
              <a:t>1.1 Periodicity Assumption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6" hasCustomPrompt="1"/>
          </p:nvPr>
        </p:nvSpPr>
        <p:spPr>
          <a:xfrm>
            <a:off x="406400" y="1752600"/>
            <a:ext cx="11379200" cy="44196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1000"/>
              </a:spcBef>
              <a:buNone/>
              <a:defRPr sz="2800" baseline="0"/>
            </a:lvl1pPr>
            <a:lvl2pPr marL="809625" indent="-460375">
              <a:spcBef>
                <a:spcPts val="1000"/>
              </a:spcBef>
              <a:buClr>
                <a:schemeClr val="accent2"/>
              </a:buClr>
              <a:buFont typeface="+mj-lt"/>
              <a:buAutoNum type="alphaLcPeriod"/>
              <a:tabLst/>
              <a:defRPr sz="2800"/>
            </a:lvl2pPr>
            <a:lvl3pPr marL="914400" indent="0">
              <a:buNone/>
              <a:defRPr sz="2800"/>
            </a:lvl3pPr>
            <a:lvl4pPr marL="1371600" indent="0">
              <a:buNone/>
              <a:defRPr sz="2800"/>
            </a:lvl4pPr>
            <a:lvl5pPr marL="1828800" indent="0">
              <a:buNone/>
              <a:defRPr sz="2800"/>
            </a:lvl5pPr>
          </a:lstStyle>
          <a:p>
            <a:pPr lvl="0"/>
            <a:r>
              <a:rPr lang="en-US" dirty="0"/>
              <a:t>Which one of these statements about the accrual basis of accounting is false?</a:t>
            </a:r>
          </a:p>
          <a:p>
            <a:pPr lvl="1"/>
            <a:r>
              <a:rPr lang="en-US" dirty="0"/>
              <a:t>Companies record events that change their financial statements in the period in which events occur, even if cash was not exchanged.</a:t>
            </a:r>
          </a:p>
          <a:p>
            <a:pPr lvl="1"/>
            <a:r>
              <a:rPr lang="en-US" dirty="0"/>
              <a:t>Companies recognize revenue in the period in which the performance obligation is satisfied.</a:t>
            </a:r>
          </a:p>
          <a:p>
            <a:pPr lvl="1"/>
            <a:r>
              <a:rPr lang="en-US" dirty="0"/>
              <a:t>This basis is accord with generally accepted accounting principles.</a:t>
            </a:r>
          </a:p>
          <a:p>
            <a:pPr lvl="1"/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2-</a:t>
            </a:r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Copyright ©2022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8124381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ept Check Question (2of 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1.1 Periodicity Assumption</a:t>
            </a:r>
          </a:p>
        </p:txBody>
      </p:sp>
      <p:sp>
        <p:nvSpPr>
          <p:cNvPr id="12" name="Question"/>
          <p:cNvSpPr>
            <a:spLocks noGrp="1"/>
          </p:cNvSpPr>
          <p:nvPr>
            <p:ph sz="quarter" idx="15" hasCustomPrompt="1"/>
          </p:nvPr>
        </p:nvSpPr>
        <p:spPr>
          <a:xfrm>
            <a:off x="406400" y="1752600"/>
            <a:ext cx="11379200" cy="4419600"/>
          </a:xfrm>
          <a:prstGeom prst="rect">
            <a:avLst/>
          </a:prstGeom>
        </p:spPr>
        <p:txBody>
          <a:bodyPr/>
          <a:lstStyle>
            <a:lvl1pPr marL="12700" indent="0">
              <a:spcBef>
                <a:spcPts val="1000"/>
              </a:spcBef>
              <a:buNone/>
              <a:tabLst/>
              <a:defRPr sz="2800" b="0" i="0" baseline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803275" indent="-450850">
              <a:spcBef>
                <a:spcPts val="1000"/>
              </a:spcBef>
              <a:buFont typeface="+mj-lt"/>
              <a:buNone/>
              <a:tabLst/>
              <a:defRPr sz="2800" b="0" i="0" baseline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803275" indent="-790575">
              <a:buNone/>
              <a:tabLst/>
              <a:defRPr sz="2800" b="0" i="0">
                <a:latin typeface="Calibri" charset="0"/>
                <a:ea typeface="Calibri" charset="0"/>
                <a:cs typeface="Calibri" charset="0"/>
              </a:defRPr>
            </a:lvl3pPr>
          </a:lstStyle>
          <a:p>
            <a:pPr lvl="0"/>
            <a:r>
              <a:rPr lang="en-US" dirty="0"/>
              <a:t>Which one of these statements about the accrual basis of accounting is false?</a:t>
            </a:r>
          </a:p>
          <a:p>
            <a:pPr lvl="1"/>
            <a:r>
              <a:rPr lang="en-US" dirty="0"/>
              <a:t>a.	Companies record events that change their financial statements in the period in which events occur, even if cash was not exchanged.</a:t>
            </a:r>
          </a:p>
          <a:p>
            <a:pPr lvl="2"/>
            <a:r>
              <a:rPr lang="en-US" dirty="0"/>
              <a:t>✔️b.	Companies recognize revenue in the period in which the performance obligation is satisfied.</a:t>
            </a:r>
          </a:p>
          <a:p>
            <a:pPr lvl="1"/>
            <a:r>
              <a:rPr lang="en-US" dirty="0"/>
              <a:t>c.	This basis is accord with generally accepted accounting principles.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2-</a:t>
            </a:r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Copyright ©2022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8523935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Term: Version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06400" y="768351"/>
            <a:ext cx="11379200" cy="990599"/>
          </a:xfrm>
        </p:spPr>
        <p:txBody>
          <a:bodyPr/>
          <a:lstStyle/>
          <a:p>
            <a:r>
              <a:rPr lang="en-US"/>
              <a:t>Language</a:t>
            </a:r>
            <a:endParaRPr lang="en-US" dirty="0"/>
          </a:p>
        </p:txBody>
      </p:sp>
      <p:sp>
        <p:nvSpPr>
          <p:cNvPr id="7" name="Definition of Key Term"/>
          <p:cNvSpPr>
            <a:spLocks noGrp="1"/>
          </p:cNvSpPr>
          <p:nvPr>
            <p:ph sz="quarter" idx="15" hasCustomPrompt="1"/>
          </p:nvPr>
        </p:nvSpPr>
        <p:spPr>
          <a:xfrm>
            <a:off x="406400" y="1752600"/>
            <a:ext cx="11379200" cy="4114800"/>
          </a:xfrm>
          <a:prstGeom prst="rect">
            <a:avLst/>
          </a:prstGeom>
        </p:spPr>
        <p:txBody>
          <a:bodyPr/>
          <a:lstStyle>
            <a:lvl1pPr marL="292608" indent="-292608">
              <a:spcBef>
                <a:spcPts val="1000"/>
              </a:spcBef>
              <a:buFont typeface="Arial" charset="0"/>
              <a:buChar char="•"/>
              <a:defRPr sz="3000" b="0" i="0" baseline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803275" indent="-450850">
              <a:spcBef>
                <a:spcPts val="1000"/>
              </a:spcBef>
              <a:buFont typeface="+mj-lt"/>
              <a:buAutoNum type="alphaLcPeriod"/>
              <a:tabLst/>
              <a:defRPr sz="2800" b="0" i="0" baseline="0">
                <a:solidFill>
                  <a:schemeClr val="tx1"/>
                </a:solidFill>
                <a:latin typeface="Source Sans Pro" charset="0"/>
                <a:ea typeface="Source Sans Pro" charset="0"/>
                <a:cs typeface="Source Sans Pro" charset="0"/>
              </a:defRPr>
            </a:lvl2pPr>
          </a:lstStyle>
          <a:p>
            <a:pPr lvl="0"/>
            <a:r>
              <a:rPr lang="en-US" dirty="0"/>
              <a:t>Form of communication using sounds and symbols combined according to specified rules</a:t>
            </a:r>
          </a:p>
        </p:txBody>
      </p:sp>
      <p:sp>
        <p:nvSpPr>
          <p:cNvPr id="9" name="Media LInk"/>
          <p:cNvSpPr>
            <a:spLocks noGrp="1"/>
          </p:cNvSpPr>
          <p:nvPr>
            <p:ph sz="quarter" idx="16" hasCustomPrompt="1"/>
          </p:nvPr>
        </p:nvSpPr>
        <p:spPr>
          <a:xfrm>
            <a:off x="406400" y="5867400"/>
            <a:ext cx="11379200" cy="60960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200" b="0" i="0" baseline="0">
                <a:latin typeface="Calibri" charset="0"/>
                <a:ea typeface="Calibri" charset="0"/>
                <a:cs typeface="Calibri" charset="0"/>
              </a:defRPr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en-US" dirty="0"/>
              <a:t>Media link placeholder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2-</a:t>
            </a:r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Copyright ©2022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7006093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Term: Version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06400" y="914402"/>
            <a:ext cx="11379200" cy="990599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Anatomy and Physiology Defined</a:t>
            </a:r>
          </a:p>
        </p:txBody>
      </p:sp>
      <p:sp>
        <p:nvSpPr>
          <p:cNvPr id="7" name="Definition of Key Term"/>
          <p:cNvSpPr>
            <a:spLocks noGrp="1"/>
          </p:cNvSpPr>
          <p:nvPr>
            <p:ph sz="quarter" idx="15" hasCustomPrompt="1"/>
          </p:nvPr>
        </p:nvSpPr>
        <p:spPr>
          <a:xfrm>
            <a:off x="406400" y="1905000"/>
            <a:ext cx="11379200" cy="3962400"/>
          </a:xfrm>
          <a:prstGeom prst="rect">
            <a:avLst/>
          </a:prstGeom>
        </p:spPr>
        <p:txBody>
          <a:bodyPr/>
          <a:lstStyle>
            <a:lvl1pPr marL="292608" indent="-292608">
              <a:spcBef>
                <a:spcPts val="1000"/>
              </a:spcBef>
              <a:buClr>
                <a:schemeClr val="accent2"/>
              </a:buClr>
              <a:buFont typeface="Arial" charset="0"/>
              <a:buChar char="•"/>
              <a:defRPr sz="3000" b="0" i="0" baseline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803275" indent="-450850">
              <a:spcBef>
                <a:spcPts val="1000"/>
              </a:spcBef>
              <a:buFont typeface="+mj-lt"/>
              <a:buAutoNum type="alphaLcPeriod"/>
              <a:tabLst/>
              <a:defRPr sz="2800" b="0" i="0" baseline="0">
                <a:solidFill>
                  <a:schemeClr val="tx1"/>
                </a:solidFill>
                <a:latin typeface="Source Sans Pro" charset="0"/>
                <a:ea typeface="Source Sans Pro" charset="0"/>
                <a:cs typeface="Source Sans Pro" charset="0"/>
              </a:defRPr>
            </a:lvl2pPr>
          </a:lstStyle>
          <a:p>
            <a:pPr lvl="0"/>
            <a:r>
              <a:rPr lang="en-US" dirty="0"/>
              <a:t>Anatomy is the science of structure and the relationships among structures.</a:t>
            </a:r>
          </a:p>
          <a:p>
            <a:pPr lvl="0"/>
            <a:r>
              <a:rPr lang="en-US" dirty="0"/>
              <a:t>Physiology is the science of body functions, that is, how the body parts work.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2-</a:t>
            </a:r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Copyright ©2022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66227112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for Fig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"/>
          <p:cNvSpPr>
            <a:spLocks noGrp="1"/>
          </p:cNvSpPr>
          <p:nvPr>
            <p:ph type="title" hasCustomPrompt="1"/>
          </p:nvPr>
        </p:nvSpPr>
        <p:spPr>
          <a:xfrm>
            <a:off x="406400" y="762001"/>
            <a:ext cx="11379200" cy="990600"/>
          </a:xfrm>
          <a:prstGeom prst="rect">
            <a:avLst/>
          </a:prstGeom>
        </p:spPr>
        <p:txBody>
          <a:bodyPr/>
          <a:lstStyle>
            <a:lvl1pPr>
              <a:defRPr sz="4000" b="0" i="0">
                <a:solidFill>
                  <a:schemeClr val="accent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Section or Topic Heading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6"/>
          </p:nvPr>
        </p:nvSpPr>
        <p:spPr>
          <a:xfrm>
            <a:off x="406400" y="1752600"/>
            <a:ext cx="11379200" cy="3276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Figure caption"/>
          <p:cNvSpPr>
            <a:spLocks noGrp="1"/>
          </p:cNvSpPr>
          <p:nvPr>
            <p:ph sz="quarter" idx="15" hasCustomPrompt="1"/>
          </p:nvPr>
        </p:nvSpPr>
        <p:spPr>
          <a:xfrm>
            <a:off x="406400" y="5029200"/>
            <a:ext cx="11379200" cy="11430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1000"/>
              </a:spcBef>
              <a:buFont typeface="Arial" charset="0"/>
              <a:buNone/>
              <a:defRPr sz="2000" b="0" i="0" baseline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803275" indent="-450850">
              <a:spcBef>
                <a:spcPts val="1000"/>
              </a:spcBef>
              <a:buFont typeface="+mj-lt"/>
              <a:buAutoNum type="alphaLcPeriod"/>
              <a:tabLst/>
              <a:defRPr sz="2800" b="0" i="0" baseline="0">
                <a:solidFill>
                  <a:schemeClr val="tx1"/>
                </a:solidFill>
                <a:latin typeface="Source Sans Pro" charset="0"/>
                <a:ea typeface="Source Sans Pro" charset="0"/>
                <a:cs typeface="Source Sans Pro" charset="0"/>
              </a:defRPr>
            </a:lvl2pPr>
          </a:lstStyle>
          <a:p>
            <a:pPr lvl="0"/>
            <a:r>
              <a:rPr lang="en-US" sz="2000" dirty="0"/>
              <a:t>Figure 4.5 Figure title placeholder</a:t>
            </a:r>
          </a:p>
          <a:p>
            <a:pPr lvl="0"/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2-</a:t>
            </a:r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Copyright ©2022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97710304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"/>
          <p:cNvSpPr>
            <a:spLocks noGrp="1"/>
          </p:cNvSpPr>
          <p:nvPr>
            <p:ph type="title" hasCustomPrompt="1"/>
          </p:nvPr>
        </p:nvSpPr>
        <p:spPr>
          <a:xfrm>
            <a:off x="406400" y="762001"/>
            <a:ext cx="11379200" cy="990600"/>
          </a:xfrm>
          <a:prstGeom prst="rect">
            <a:avLst/>
          </a:prstGeom>
        </p:spPr>
        <p:txBody>
          <a:bodyPr/>
          <a:lstStyle>
            <a:lvl1pPr>
              <a:defRPr sz="4000" b="0" i="0">
                <a:solidFill>
                  <a:schemeClr val="accent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Section or Topic Heading</a:t>
            </a:r>
          </a:p>
        </p:txBody>
      </p:sp>
      <p:sp>
        <p:nvSpPr>
          <p:cNvPr id="6" name="Content Placeholder"/>
          <p:cNvSpPr>
            <a:spLocks noGrp="1"/>
          </p:cNvSpPr>
          <p:nvPr>
            <p:ph sz="quarter" idx="16"/>
          </p:nvPr>
        </p:nvSpPr>
        <p:spPr>
          <a:xfrm>
            <a:off x="406400" y="1752600"/>
            <a:ext cx="11379200" cy="46037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2-</a:t>
            </a:r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Copyright ©2022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25397916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"/>
          <p:cNvSpPr>
            <a:spLocks noGrp="1"/>
          </p:cNvSpPr>
          <p:nvPr>
            <p:ph type="title" hasCustomPrompt="1"/>
          </p:nvPr>
        </p:nvSpPr>
        <p:spPr>
          <a:xfrm>
            <a:off x="406400" y="762001"/>
            <a:ext cx="11379200" cy="990600"/>
          </a:xfrm>
          <a:prstGeom prst="rect">
            <a:avLst/>
          </a:prstGeom>
        </p:spPr>
        <p:txBody>
          <a:bodyPr/>
          <a:lstStyle>
            <a:lvl1pPr>
              <a:defRPr sz="4000" b="0" i="0">
                <a:solidFill>
                  <a:schemeClr val="accent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Section or Topic Heading</a:t>
            </a:r>
          </a:p>
        </p:txBody>
      </p:sp>
      <p:sp>
        <p:nvSpPr>
          <p:cNvPr id="6" name="Content Placeholder 1"/>
          <p:cNvSpPr>
            <a:spLocks noGrp="1"/>
          </p:cNvSpPr>
          <p:nvPr>
            <p:ph sz="quarter" idx="16"/>
          </p:nvPr>
        </p:nvSpPr>
        <p:spPr>
          <a:xfrm>
            <a:off x="406400" y="1752600"/>
            <a:ext cx="5486400" cy="46037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sz="quarter" idx="17"/>
          </p:nvPr>
        </p:nvSpPr>
        <p:spPr>
          <a:xfrm>
            <a:off x="6299200" y="1752600"/>
            <a:ext cx="5486400" cy="46037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2-</a:t>
            </a:r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Copyright ©2022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126476041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"/>
          <p:cNvSpPr>
            <a:spLocks noGrp="1"/>
          </p:cNvSpPr>
          <p:nvPr>
            <p:ph type="title" hasCustomPrompt="1"/>
          </p:nvPr>
        </p:nvSpPr>
        <p:spPr>
          <a:xfrm>
            <a:off x="406400" y="762001"/>
            <a:ext cx="11379200" cy="990600"/>
          </a:xfrm>
          <a:prstGeom prst="rect">
            <a:avLst/>
          </a:prstGeom>
        </p:spPr>
        <p:txBody>
          <a:bodyPr/>
          <a:lstStyle>
            <a:lvl1pPr>
              <a:defRPr sz="4000" b="0" i="0">
                <a:solidFill>
                  <a:schemeClr val="accent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Section or Topic Heading</a:t>
            </a:r>
          </a:p>
        </p:txBody>
      </p:sp>
      <p:sp>
        <p:nvSpPr>
          <p:cNvPr id="6" name="Content Placeholder 1"/>
          <p:cNvSpPr>
            <a:spLocks noGrp="1"/>
          </p:cNvSpPr>
          <p:nvPr>
            <p:ph sz="quarter" idx="16"/>
          </p:nvPr>
        </p:nvSpPr>
        <p:spPr>
          <a:xfrm>
            <a:off x="406400" y="1752600"/>
            <a:ext cx="5486400" cy="2819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sz="quarter" idx="17"/>
          </p:nvPr>
        </p:nvSpPr>
        <p:spPr>
          <a:xfrm>
            <a:off x="6299200" y="1752600"/>
            <a:ext cx="5486400" cy="2819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8"/>
          </p:nvPr>
        </p:nvSpPr>
        <p:spPr>
          <a:xfrm>
            <a:off x="3048000" y="4724401"/>
            <a:ext cx="6096000" cy="14890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2-</a:t>
            </a:r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Copyright ©2022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61329841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lide: Version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06400" y="5350051"/>
            <a:ext cx="11379200" cy="309975"/>
          </a:xfrm>
          <a:prstGeom prst="rect">
            <a:avLst/>
          </a:prstGeom>
        </p:spPr>
        <p:txBody>
          <a:bodyPr/>
          <a:lstStyle>
            <a:lvl1pPr>
              <a:defRPr sz="2000"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pPr lvl="0"/>
            <a:r>
              <a:rPr lang="en-US" sz="2000" dirty="0"/>
              <a:t>Figure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820739"/>
            <a:ext cx="11379200" cy="44529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 hasCustomPrompt="1"/>
          </p:nvPr>
        </p:nvSpPr>
        <p:spPr>
          <a:xfrm>
            <a:off x="406400" y="5780676"/>
            <a:ext cx="11379200" cy="4677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pPr lvl="0"/>
            <a:r>
              <a:rPr lang="en-US" sz="2000" dirty="0"/>
              <a:t>Figure 4.5 Figure title placeholder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3175000" cy="365125"/>
          </a:xfrm>
        </p:spPr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2-</a:t>
            </a:r>
            <a:fld id="{42181430-7FCB-BA4C-90CE-EB7ACCC9EC5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Copyright ©2022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126673764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lide: Version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406400" y="5920581"/>
            <a:ext cx="11379200" cy="435770"/>
          </a:xfrm>
          <a:prstGeom prst="rect">
            <a:avLst/>
          </a:prstGeom>
        </p:spPr>
        <p:txBody>
          <a:bodyPr/>
          <a:lstStyle>
            <a:lvl1pPr algn="ctr"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Image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820738"/>
            <a:ext cx="11379200" cy="49704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3175000" cy="365125"/>
          </a:xfrm>
        </p:spPr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2-</a:t>
            </a:r>
            <a:fld id="{42181430-7FCB-BA4C-90CE-EB7ACCC9EC5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Copyright ©2022 John Wiley &amp; Sons, Inc. 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2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5" Type="http://schemas.openxmlformats.org/officeDocument/2006/relationships/theme" Target="../theme/theme6.xml"/><Relationship Id="rId4" Type="http://schemas.openxmlformats.org/officeDocument/2006/relationships/slideLayout" Target="../slideLayouts/slideLayout23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theme" Target="../theme/theme7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3048000"/>
            <a:ext cx="12192000" cy="457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293880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0" r:id="rId1"/>
    <p:sldLayoutId id="2147483941" r:id="rId2"/>
  </p:sldLayoutIdLst>
  <p:hf hd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1100" kern="1200">
          <a:solidFill>
            <a:schemeClr val="tx1"/>
          </a:solidFill>
          <a:latin typeface="Source Sans Pro" charset="0"/>
          <a:ea typeface="Source Sans Pro" charset="0"/>
          <a:cs typeface="Source Sans Pro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2"/>
          <p:cNvSpPr>
            <a:spLocks noGrp="1"/>
          </p:cNvSpPr>
          <p:nvPr>
            <p:ph type="title"/>
          </p:nvPr>
        </p:nvSpPr>
        <p:spPr>
          <a:xfrm>
            <a:off x="393699" y="777242"/>
            <a:ext cx="11391901" cy="97536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6" name="Rectangle 15"/>
          <p:cNvSpPr/>
          <p:nvPr userDrawn="1"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cxnSp>
        <p:nvCxnSpPr>
          <p:cNvPr id="17" name="Straight Connector 16"/>
          <p:cNvCxnSpPr/>
          <p:nvPr userDrawn="1"/>
        </p:nvCxnSpPr>
        <p:spPr>
          <a:xfrm>
            <a:off x="0" y="6324600"/>
            <a:ext cx="121920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3175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/>
                </a:solidFill>
                <a:latin typeface="+mn-lt"/>
                <a:ea typeface="Source Sans Pro" charset="0"/>
                <a:cs typeface="Source Sans Pro" charset="0"/>
              </a:defRPr>
            </a:lvl1pPr>
          </a:lstStyle>
          <a:p>
            <a:r>
              <a:rPr lang="en-US" dirty="0"/>
              <a:t>2-</a:t>
            </a:r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/>
                </a:solidFill>
                <a:latin typeface="+mn-lt"/>
                <a:ea typeface="Source Sans Pro" charset="0"/>
                <a:cs typeface="Source Sans Pro" charset="0"/>
              </a:defRPr>
            </a:lvl1pPr>
          </a:lstStyle>
          <a:p>
            <a:r>
              <a:rPr lang="en-US" dirty="0"/>
              <a:t>Copyright ©2022 John Wiley &amp; Sons, Inc.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C2FE468-BA83-6BCA-85FA-3D3BE45CE7FB}"/>
              </a:ext>
            </a:extLst>
          </p:cNvPr>
          <p:cNvSpPr txBox="1"/>
          <p:nvPr userDrawn="1"/>
        </p:nvSpPr>
        <p:spPr>
          <a:xfrm>
            <a:off x="2895600" y="6259811"/>
            <a:ext cx="716881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1200" dirty="0">
                <a:effectLst/>
                <a:latin typeface="Calibri" panose="020F0502020204030204" pitchFamily="34" charset="0"/>
              </a:rPr>
              <a:t>Instructor Resources - Power Point Slides for Systems Analysis and Design by Alan Dennis (Eighth Edition) </a:t>
            </a:r>
            <a:endParaRPr lang="en-AU" sz="1200" dirty="0">
              <a:effectLst/>
            </a:endParaRPr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6115862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7" r:id="rId1"/>
    <p:sldLayoutId id="2147483942" r:id="rId2"/>
    <p:sldLayoutId id="2147483956" r:id="rId3"/>
    <p:sldLayoutId id="2147483955" r:id="rId4"/>
    <p:sldLayoutId id="2147483957" r:id="rId5"/>
    <p:sldLayoutId id="2147483959" r:id="rId6"/>
    <p:sldLayoutId id="2147483958" r:id="rId7"/>
    <p:sldLayoutId id="2147483960" r:id="rId8"/>
    <p:sldLayoutId id="2147483961" r:id="rId9"/>
    <p:sldLayoutId id="2147483962" r:id="rId10"/>
    <p:sldLayoutId id="2147483963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accent1"/>
          </a:solidFill>
          <a:latin typeface="Calibri" charset="0"/>
          <a:ea typeface="Calibri" charset="0"/>
          <a:cs typeface="Calibri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06400" y="743714"/>
            <a:ext cx="11379200" cy="9905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0" y="6324600"/>
            <a:ext cx="121920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3175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/>
                </a:solidFill>
                <a:latin typeface="+mn-lt"/>
                <a:ea typeface="Source Sans Pro" charset="0"/>
                <a:cs typeface="Source Sans Pro" charset="0"/>
              </a:defRPr>
            </a:lvl1pPr>
          </a:lstStyle>
          <a:p>
            <a:r>
              <a:rPr lang="en-US" dirty="0"/>
              <a:t>2-</a:t>
            </a:r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/>
                </a:solidFill>
                <a:latin typeface="+mn-lt"/>
                <a:ea typeface="Source Sans Pro" charset="0"/>
                <a:cs typeface="Source Sans Pro" charset="0"/>
              </a:defRPr>
            </a:lvl1pPr>
          </a:lstStyle>
          <a:p>
            <a:r>
              <a:rPr lang="en-US" dirty="0"/>
              <a:t>Copyright ©2022 John Wiley &amp; Sons, Inc.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77B02A-A1D9-6A88-6A27-C146186069DF}"/>
              </a:ext>
            </a:extLst>
          </p:cNvPr>
          <p:cNvSpPr txBox="1"/>
          <p:nvPr userDrawn="1"/>
        </p:nvSpPr>
        <p:spPr>
          <a:xfrm>
            <a:off x="2895600" y="6259811"/>
            <a:ext cx="716881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1200" dirty="0">
                <a:effectLst/>
                <a:latin typeface="Calibri" panose="020F0502020204030204" pitchFamily="34" charset="0"/>
              </a:rPr>
              <a:t>Instructor Resources - Power Point Slides for Systems Analysis and Design by Alan Dennis (Eighth Edition) </a:t>
            </a:r>
            <a:endParaRPr lang="en-AU" sz="1200" dirty="0">
              <a:effectLst/>
            </a:endParaRPr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8119355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4" r:id="rId1"/>
    <p:sldLayoutId id="2147483964" r:id="rId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accent2"/>
          </a:solidFill>
          <a:latin typeface="Calibri" charset="0"/>
          <a:ea typeface="Calibri" charset="0"/>
          <a:cs typeface="Calibri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8272" y="762002"/>
            <a:ext cx="11387328" cy="9906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0" y="6324600"/>
            <a:ext cx="121920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3175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/>
                </a:solidFill>
                <a:latin typeface="+mn-lt"/>
                <a:ea typeface="Source Sans Pro" charset="0"/>
                <a:cs typeface="Source Sans Pro" charset="0"/>
              </a:defRPr>
            </a:lvl1pPr>
          </a:lstStyle>
          <a:p>
            <a:r>
              <a:rPr lang="en-US" dirty="0"/>
              <a:t>2-</a:t>
            </a:r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/>
                </a:solidFill>
                <a:latin typeface="+mn-lt"/>
                <a:ea typeface="Source Sans Pro" charset="0"/>
                <a:cs typeface="Source Sans Pro" charset="0"/>
              </a:defRPr>
            </a:lvl1pPr>
          </a:lstStyle>
          <a:p>
            <a:r>
              <a:rPr lang="en-US" dirty="0"/>
              <a:t>Copyright ©2022 John Wiley &amp; Sons, Inc.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26CA0C-ACB1-BF9A-7A98-ABE92516D4D1}"/>
              </a:ext>
            </a:extLst>
          </p:cNvPr>
          <p:cNvSpPr txBox="1"/>
          <p:nvPr userDrawn="1"/>
        </p:nvSpPr>
        <p:spPr>
          <a:xfrm>
            <a:off x="2895600" y="6259811"/>
            <a:ext cx="716881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1200" dirty="0">
                <a:effectLst/>
                <a:latin typeface="Calibri" panose="020F0502020204030204" pitchFamily="34" charset="0"/>
              </a:rPr>
              <a:t>Instructor Resources - Power Point Slides for Systems Analysis and Design by Alan Dennis (Eighth Edition) </a:t>
            </a:r>
            <a:endParaRPr lang="en-AU" sz="1200" dirty="0">
              <a:effectLst/>
            </a:endParaRPr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32194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6" r:id="rId1"/>
    <p:sldLayoutId id="2147483967" r:id="rId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accent1"/>
          </a:solidFill>
          <a:latin typeface="Calibri" charset="0"/>
          <a:ea typeface="Calibri" charset="0"/>
          <a:cs typeface="Calibri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06400" y="762001"/>
            <a:ext cx="11379200" cy="9905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0" y="6324600"/>
            <a:ext cx="121920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3175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/>
                </a:solidFill>
                <a:latin typeface="+mn-lt"/>
                <a:ea typeface="Source Sans Pro" charset="0"/>
                <a:cs typeface="Source Sans Pro" charset="0"/>
              </a:defRPr>
            </a:lvl1pPr>
          </a:lstStyle>
          <a:p>
            <a:r>
              <a:rPr lang="en-US" dirty="0"/>
              <a:t>2-</a:t>
            </a:r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/>
                </a:solidFill>
                <a:latin typeface="+mn-lt"/>
                <a:ea typeface="Source Sans Pro" charset="0"/>
                <a:cs typeface="Source Sans Pro" charset="0"/>
              </a:defRPr>
            </a:lvl1pPr>
          </a:lstStyle>
          <a:p>
            <a:r>
              <a:rPr lang="en-US" dirty="0"/>
              <a:t>Copyright ©2022 John Wiley &amp; Sons, Inc.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31BEDA-ED5C-8209-E665-70410A9A5E6E}"/>
              </a:ext>
            </a:extLst>
          </p:cNvPr>
          <p:cNvSpPr txBox="1"/>
          <p:nvPr userDrawn="1"/>
        </p:nvSpPr>
        <p:spPr>
          <a:xfrm>
            <a:off x="2895600" y="6259811"/>
            <a:ext cx="716881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1200" dirty="0">
                <a:effectLst/>
                <a:latin typeface="Calibri" panose="020F0502020204030204" pitchFamily="34" charset="0"/>
              </a:rPr>
              <a:t>Instructor Resources - Power Point Slides for Systems Analysis and Design by Alan Dennis (Eighth Edition) </a:t>
            </a:r>
            <a:endParaRPr lang="en-AU" sz="1200" dirty="0">
              <a:effectLst/>
            </a:endParaRPr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6169538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9" r:id="rId1"/>
    <p:sldLayoutId id="2147483970" r:id="rId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accent1"/>
          </a:solidFill>
          <a:latin typeface="Calibri" charset="0"/>
          <a:ea typeface="Calibri" charset="0"/>
          <a:cs typeface="Calibri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2016" y="762001"/>
            <a:ext cx="11379200" cy="9905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0" y="6324600"/>
            <a:ext cx="121920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3175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/>
                </a:solidFill>
                <a:latin typeface="+mn-lt"/>
                <a:ea typeface="Source Sans Pro" charset="0"/>
                <a:cs typeface="Source Sans Pro" charset="0"/>
              </a:defRPr>
            </a:lvl1pPr>
          </a:lstStyle>
          <a:p>
            <a:r>
              <a:rPr lang="en-US" dirty="0"/>
              <a:t>2-</a:t>
            </a:r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/>
                </a:solidFill>
                <a:latin typeface="+mn-lt"/>
                <a:ea typeface="Source Sans Pro" charset="0"/>
                <a:cs typeface="Source Sans Pro" charset="0"/>
              </a:defRPr>
            </a:lvl1pPr>
          </a:lstStyle>
          <a:p>
            <a:r>
              <a:rPr lang="en-US" dirty="0"/>
              <a:t>Copyright ©2022 John Wiley &amp; Sons, Inc.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578C3E-180E-F495-B90F-3EAD7D69AE91}"/>
              </a:ext>
            </a:extLst>
          </p:cNvPr>
          <p:cNvSpPr txBox="1"/>
          <p:nvPr userDrawn="1"/>
        </p:nvSpPr>
        <p:spPr>
          <a:xfrm>
            <a:off x="2895600" y="6259811"/>
            <a:ext cx="716881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1200" dirty="0">
                <a:effectLst/>
                <a:latin typeface="Calibri" panose="020F0502020204030204" pitchFamily="34" charset="0"/>
              </a:rPr>
              <a:t>Instructor Resources - Power Point Slides for Systems Analysis and Design by Alan Dennis (Eighth Edition) </a:t>
            </a:r>
            <a:endParaRPr lang="en-AU" sz="1200" dirty="0">
              <a:effectLst/>
            </a:endParaRPr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026257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2" r:id="rId1"/>
    <p:sldLayoutId id="2147483973" r:id="rId2"/>
    <p:sldLayoutId id="2147483974" r:id="rId3"/>
    <p:sldLayoutId id="2147483975" r:id="rId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accent1"/>
          </a:solidFill>
          <a:latin typeface="Calibri" charset="0"/>
          <a:ea typeface="Calibri" charset="0"/>
          <a:cs typeface="Calibri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40080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Copyright ©2022 John Wiley &amp; Sons, Inc.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31729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2-</a:t>
            </a:r>
            <a:fld id="{42181430-7FCB-BA4C-90CE-EB7ACCC9EC5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0" y="6324600"/>
            <a:ext cx="121920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B21B7602-FAB4-36F1-BC19-77EBA4CCD8E5}"/>
              </a:ext>
            </a:extLst>
          </p:cNvPr>
          <p:cNvSpPr txBox="1"/>
          <p:nvPr userDrawn="1"/>
        </p:nvSpPr>
        <p:spPr>
          <a:xfrm>
            <a:off x="2895600" y="6259811"/>
            <a:ext cx="716881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1200" dirty="0">
                <a:effectLst/>
                <a:latin typeface="Calibri" panose="020F0502020204030204" pitchFamily="34" charset="0"/>
              </a:rPr>
              <a:t>Instructor Resources - Power Point Slides for Systems Analysis and Design by Alan Dennis (Eighth Edition) </a:t>
            </a:r>
            <a:endParaRPr lang="en-AU" sz="1200" dirty="0">
              <a:effectLst/>
            </a:endParaRPr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652169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8" r:id="rId1"/>
    <p:sldLayoutId id="2147483979" r:id="rId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1600" b="0" i="0" kern="1200">
          <a:solidFill>
            <a:schemeClr val="tx1"/>
          </a:solidFill>
          <a:latin typeface="Source Sans Pro" charset="0"/>
          <a:ea typeface="Source Sans Pro" charset="0"/>
          <a:cs typeface="Source Sans Pro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Analysis and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r>
              <a:rPr lang="en-US" dirty="0"/>
              <a:t>Eighth Edition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r>
              <a:rPr lang="en-US" dirty="0"/>
              <a:t>Alan Dennis, Barbara Wixom, Roberta </a:t>
            </a:r>
            <a:r>
              <a:rPr lang="en-US"/>
              <a:t>M. Roth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9"/>
          </p:nvPr>
        </p:nvSpPr>
        <p:spPr/>
        <p:txBody>
          <a:bodyPr/>
          <a:lstStyle/>
          <a:p>
            <a:r>
              <a:rPr lang="en-US" dirty="0"/>
              <a:t>Chapter 2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20"/>
          </p:nvPr>
        </p:nvSpPr>
        <p:spPr/>
        <p:txBody>
          <a:bodyPr/>
          <a:lstStyle/>
          <a:p>
            <a:r>
              <a:rPr lang="en-US" dirty="0"/>
              <a:t>Project Selection and Management</a:t>
            </a:r>
          </a:p>
        </p:txBody>
      </p:sp>
    </p:spTree>
    <p:extLst>
      <p:ext uri="{BB962C8B-B14F-4D97-AF65-F5344CB8AC3E}">
        <p14:creationId xmlns:p14="http://schemas.microsoft.com/office/powerpoint/2010/main" val="6605039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Objectives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Explain how projects are selected in some organizations.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Describe various approaches to the systems development life cycle (SDLC) that can be used to structure a development project.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Explain how to select a project methodology based on project characteristics.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Describe project staffing issues and concerns.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Describe and apply techniques to coordinate and manage the project.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Explain how to manage risk on the project.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2-</a:t>
            </a:r>
            <a:fld id="{957104EA-F2AF-1046-9253-EE8D978719B5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©2022 John Wiley &amp; Sons, Inc.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75979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Most IT departments face a demand for IT projects that exceeds the department’s ability to supply them</a:t>
            </a:r>
          </a:p>
          <a:p>
            <a:r>
              <a:rPr lang="en-US" dirty="0"/>
              <a:t>Project portfolio management, a process of selecting, prioritizing, and monitoring project results, has become a critical success factor for IT departments facing too many potential projects</a:t>
            </a:r>
          </a:p>
          <a:p>
            <a:r>
              <a:rPr lang="en-US" dirty="0"/>
              <a:t>Once selected, a systems development project undergoes a thorough process of project management</a:t>
            </a:r>
          </a:p>
          <a:p>
            <a:pPr lvl="1"/>
            <a:r>
              <a:rPr lang="en-US" dirty="0"/>
              <a:t>Project management is the process of planning and controlling the project within a specified time frame, at minimum cost, with the desired outcomes</a:t>
            </a:r>
          </a:p>
          <a:p>
            <a:r>
              <a:rPr lang="en-US" dirty="0"/>
              <a:t>A project manager has the primary responsibility for managing the hundreds of tasks and roles that need to be carefully coordinated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dirty="0"/>
              <a:t>2-</a:t>
            </a:r>
            <a:fld id="{67B19427-F580-D146-B60E-4CADEE75497F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Copyright ©2022 John Wiley &amp; Sons, Inc. </a:t>
            </a:r>
          </a:p>
        </p:txBody>
      </p:sp>
    </p:spTree>
    <p:extLst>
      <p:ext uri="{BB962C8B-B14F-4D97-AF65-F5344CB8AC3E}">
        <p14:creationId xmlns:p14="http://schemas.microsoft.com/office/powerpoint/2010/main" val="10601890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Selection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Many IT organizations tackle several important initiatives simultaneously</a:t>
            </a:r>
          </a:p>
          <a:p>
            <a:r>
              <a:rPr lang="en-US" dirty="0"/>
              <a:t>These endeavors are managed as a program by the IT steering committee</a:t>
            </a:r>
          </a:p>
          <a:p>
            <a:r>
              <a:rPr lang="en-US" dirty="0"/>
              <a:t>Investments in information systems projects today are evaluated in the context of an entire portfolio of projects</a:t>
            </a:r>
          </a:p>
          <a:p>
            <a:r>
              <a:rPr lang="en-US" dirty="0"/>
              <a:t>Portfolio management takes into consideration the different kinds of projects that exist in an organization</a:t>
            </a:r>
          </a:p>
          <a:p>
            <a:r>
              <a:rPr lang="en-US" dirty="0"/>
              <a:t>A good project portfolio will have the most appropriate mix of projects for the organization’s needs</a:t>
            </a:r>
          </a:p>
          <a:p>
            <a:r>
              <a:rPr lang="en-US" dirty="0"/>
              <a:t>The approval committee must be selective about where to allocate resources because the organization has limited funds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2-</a:t>
            </a:r>
            <a:fld id="{67B19427-F580-D146-B60E-4CADEE75497F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Copyright ©2022 John Wiley &amp; Sons, Inc.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0159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Ways to Classify Projects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quarter" idx="12"/>
          </p:nvPr>
        </p:nvPicPr>
        <p:blipFill>
          <a:blip r:embed="rId2"/>
          <a:stretch>
            <a:fillRect/>
          </a:stretch>
        </p:blipFill>
        <p:spPr>
          <a:xfrm>
            <a:off x="1145436" y="2038350"/>
            <a:ext cx="9901127" cy="39243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2-</a:t>
            </a:r>
            <a:fld id="{67B19427-F580-D146-B60E-4CADEE75497F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Copyright ©2022 John Wiley &amp; Sons, Inc.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6318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Selection Issues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Project portfolio perspective – how does the project fit within the entire portfolio of projects</a:t>
            </a:r>
          </a:p>
          <a:p>
            <a:r>
              <a:rPr lang="en-US" dirty="0"/>
              <a:t>Trade-offs needed: select projects to form a balanced project portfolio</a:t>
            </a:r>
          </a:p>
          <a:p>
            <a:r>
              <a:rPr lang="en-US" dirty="0"/>
              <a:t>Viable projects may be rejected or deferred due to project portfolio issues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2-</a:t>
            </a:r>
            <a:fld id="{67B19427-F580-D146-B60E-4CADEE75497F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Copyright ©2022 John Wiley &amp; Sons, Inc.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94500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the Project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Projects are launched after being selected by the approval committee</a:t>
            </a:r>
          </a:p>
          <a:p>
            <a:r>
              <a:rPr lang="en-US" dirty="0"/>
              <a:t>The project manager then follows a set of project management guidelines as they organizes, guides, and directs the project from inception to completion</a:t>
            </a:r>
          </a:p>
          <a:p>
            <a:pPr lvl="1"/>
            <a:r>
              <a:rPr lang="en-US" dirty="0"/>
              <a:t>Sometimes referred to as the project management life cycle</a:t>
            </a:r>
          </a:p>
          <a:p>
            <a:r>
              <a:rPr lang="en-US" dirty="0"/>
              <a:t>The project manager must make myriad decisions regarding the project, including determining the best project methodology, determining a staffing plan, and establishing mechanisms to coordinate and control the project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2-</a:t>
            </a:r>
            <a:fld id="{67B19427-F580-D146-B60E-4CADEE75497F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Copyright ©2022 John Wiley &amp; Sons, Inc.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57046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Methodology Options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The SDLC provides the foundation for the processes used to develop an information system</a:t>
            </a:r>
          </a:p>
          <a:p>
            <a:r>
              <a:rPr lang="en-US" dirty="0"/>
              <a:t>A </a:t>
            </a:r>
            <a:r>
              <a:rPr lang="en-US" b="1" i="1" dirty="0"/>
              <a:t>methodology</a:t>
            </a:r>
            <a:r>
              <a:rPr lang="en-US" dirty="0"/>
              <a:t> is a formalized approach to implementing the SDLC</a:t>
            </a:r>
          </a:p>
          <a:p>
            <a:r>
              <a:rPr lang="en-US" dirty="0"/>
              <a:t>There are many different systems development methodologies, and they vary in terms of the progression that is followed through the phases of the SDLC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2-</a:t>
            </a:r>
            <a:fld id="{67B19427-F580-D146-B60E-4CADEE75497F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Copyright ©2022 John Wiley &amp; Sons, Inc.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79168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Project Characteristics that will Affect the Methodology Selection Decision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sz="quarter" idx="12"/>
            <p:extLst>
              <p:ext uri="{D42A27DB-BD31-4B8C-83A1-F6EECF244321}">
                <p14:modId xmlns:p14="http://schemas.microsoft.com/office/powerpoint/2010/main" val="4085577575"/>
              </p:ext>
            </p:extLst>
          </p:nvPr>
        </p:nvGraphicFramePr>
        <p:xfrm>
          <a:off x="406400" y="1752600"/>
          <a:ext cx="1137920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9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99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Characteristic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Clarity of User Requirements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How well do the users and analysts understand the functions and capabilities needed from the new system?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Familiarity with Technology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How much experience does the project team have with the technology that will be used?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System Complexity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How much complexity is anticipated in the new system? Does the new system include a wide array of features? Will the system have to integrate with many existing systems?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System Reliability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Will this system need to be highly reliable or is some downtime tolerable?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Short Time Schedules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Is the project time frame tight?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Schedule Visibility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Are the project sponsors, users, or organizational managers anxious to see progress?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2-</a:t>
            </a:r>
            <a:fld id="{67B19427-F580-D146-B60E-4CADEE75497F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Copyright ©2022 John Wiley &amp; Sons, Inc.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08340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Waterfall Development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dirty="0"/>
              <a:t>Move from phase to phase</a:t>
            </a:r>
          </a:p>
          <a:p>
            <a:r>
              <a:rPr lang="en-US" dirty="0"/>
              <a:t>The key deliverables for each phase are typically voluminous</a:t>
            </a:r>
          </a:p>
          <a:p>
            <a:r>
              <a:rPr lang="en-US" dirty="0"/>
              <a:t>Emphasis on deliverables from one phase flowing into the next phase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2-</a:t>
            </a:r>
            <a:fld id="{67B19427-F580-D146-B60E-4CADEE75497F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©2022 John Wiley &amp; Sons, Inc. </a:t>
            </a:r>
            <a:endParaRPr lang="en-US" dirty="0"/>
          </a:p>
        </p:txBody>
      </p:sp>
      <p:pic>
        <p:nvPicPr>
          <p:cNvPr id="9" name="Content Placeholder 6" descr="Schematic illustration of the waterfall development methodology, where the project team proceeds sequentially from one phase to the next: planning, analysis, design, and implementation.">
            <a:extLst>
              <a:ext uri="{FF2B5EF4-FFF2-40B4-BE49-F238E27FC236}">
                <a16:creationId xmlns:a16="http://schemas.microsoft.com/office/drawing/2014/main" id="{C481EF3E-AA1D-4969-9B09-9DCE9DE6BE68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2"/>
          <a:stretch>
            <a:fillRect/>
          </a:stretch>
        </p:blipFill>
        <p:spPr>
          <a:xfrm>
            <a:off x="6356350" y="2356862"/>
            <a:ext cx="5384800" cy="3211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82629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Waterfall Methodology 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Strengths</a:t>
            </a:r>
          </a:p>
          <a:p>
            <a:r>
              <a:rPr lang="en-US" dirty="0"/>
              <a:t>System requirements identified long before construction begins</a:t>
            </a:r>
          </a:p>
          <a:p>
            <a:r>
              <a:rPr lang="en-US" dirty="0"/>
              <a:t>Requirements are “frozen” as project proceeds – no moving targets allowed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b="1" dirty="0"/>
              <a:t>Weaknesses</a:t>
            </a:r>
          </a:p>
          <a:p>
            <a:r>
              <a:rPr lang="en-US" dirty="0"/>
              <a:t>Must wait a long time before there is “visible” evidence of the new system</a:t>
            </a:r>
          </a:p>
          <a:p>
            <a:r>
              <a:rPr lang="en-US" dirty="0"/>
              <a:t>Takes a long time from start to finish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2-</a:t>
            </a:r>
            <a:fld id="{67B19427-F580-D146-B60E-4CADEE75497F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©2022 John Wiley &amp; Sons, Inc.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47539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Several Important Variants of Waterfall Development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Parallel development</a:t>
            </a:r>
          </a:p>
          <a:p>
            <a:r>
              <a:rPr lang="en-US" dirty="0"/>
              <a:t>V-model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2-</a:t>
            </a:r>
            <a:fld id="{67B19427-F580-D146-B60E-4CADEE75497F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Copyright ©2022 John Wiley &amp; Sons, Inc.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91573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 Development Methodology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dirty="0"/>
              <a:t>Subdivide the project into subprojects that can be worked on at the same time</a:t>
            </a:r>
          </a:p>
          <a:p>
            <a:r>
              <a:rPr lang="en-US" dirty="0"/>
              <a:t>Reduce the overall project length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2-</a:t>
            </a:r>
            <a:fld id="{67B19427-F580-D146-B60E-4CADEE75497F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©2022 John Wiley &amp; Sons, Inc. </a:t>
            </a:r>
            <a:endParaRPr lang="en-US" dirty="0"/>
          </a:p>
        </p:txBody>
      </p:sp>
      <p:pic>
        <p:nvPicPr>
          <p:cNvPr id="9" name="Content Placeholder 9" descr="Schematic illustration of the parallel methodology, where after the analysis phase, a general design is created, and then divided into a series of subprojects implemented in parallel.">
            <a:extLst>
              <a:ext uri="{FF2B5EF4-FFF2-40B4-BE49-F238E27FC236}">
                <a16:creationId xmlns:a16="http://schemas.microsoft.com/office/drawing/2014/main" id="{606C51F6-774D-4E41-9C08-B2D4E0FF89A0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2"/>
          <a:stretch>
            <a:fillRect/>
          </a:stretch>
        </p:blipFill>
        <p:spPr>
          <a:xfrm>
            <a:off x="6356350" y="2215571"/>
            <a:ext cx="5384800" cy="3493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17524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 Methodology 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Strengths</a:t>
            </a:r>
          </a:p>
          <a:p>
            <a:r>
              <a:rPr lang="en-US" dirty="0"/>
              <a:t>Reduces overall project time (compared to Waterfall)</a:t>
            </a:r>
          </a:p>
          <a:p>
            <a:r>
              <a:rPr lang="en-US" dirty="0"/>
              <a:t>Reduces the need for rework; with shorter time frame, less chance of requirements changing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Weaknesses</a:t>
            </a:r>
          </a:p>
          <a:p>
            <a:r>
              <a:rPr lang="en-US" dirty="0"/>
              <a:t>Creating subprojects requires careful design decisions</a:t>
            </a:r>
          </a:p>
          <a:p>
            <a:r>
              <a:rPr lang="en-US" dirty="0"/>
              <a:t>Integrating subprojects at the end can be complex and difficult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2-</a:t>
            </a:r>
            <a:fld id="{67B19427-F580-D146-B60E-4CADEE75497F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©2022 John Wiley &amp; Sons, Inc.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526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V-Model Development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dirty="0"/>
              <a:t>Emphasizes system quality through text plan development</a:t>
            </a:r>
          </a:p>
          <a:p>
            <a:r>
              <a:rPr lang="en-US" dirty="0"/>
              <a:t>Simple and straightforward and improves the overall quality of systems through its emphasis on early development of test plans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2-</a:t>
            </a:r>
            <a:fld id="{67B19427-F580-D146-B60E-4CADEE75497F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©2022 John Wiley &amp; Sons, Inc. </a:t>
            </a:r>
            <a:endParaRPr lang="en-US" dirty="0"/>
          </a:p>
        </p:txBody>
      </p:sp>
      <p:pic>
        <p:nvPicPr>
          <p:cNvPr id="7" name="Content Placeholder 8" descr="Schematic illustration of the V-model, where the development process proceeds down the left-hand slope of the V, and the testing components are on the upward-sloping side of the model.">
            <a:extLst>
              <a:ext uri="{FF2B5EF4-FFF2-40B4-BE49-F238E27FC236}">
                <a16:creationId xmlns:a16="http://schemas.microsoft.com/office/drawing/2014/main" id="{2238EAF9-60A4-47AE-912D-172972978905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2"/>
          <a:stretch>
            <a:fillRect/>
          </a:stretch>
        </p:blipFill>
        <p:spPr>
          <a:xfrm>
            <a:off x="6356350" y="2013316"/>
            <a:ext cx="5384800" cy="3898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48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V-Model Methodology 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Strengths</a:t>
            </a:r>
          </a:p>
          <a:p>
            <a:r>
              <a:rPr lang="en-US" dirty="0"/>
              <a:t>Simple and straightforward</a:t>
            </a:r>
          </a:p>
          <a:p>
            <a:r>
              <a:rPr lang="en-US" dirty="0"/>
              <a:t>Quality improves through the emphasis on testing</a:t>
            </a:r>
          </a:p>
          <a:p>
            <a:r>
              <a:rPr lang="en-US" dirty="0"/>
              <a:t>Including Quality Assurance expertise early in the project strengthens system quality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Weaknesses</a:t>
            </a:r>
          </a:p>
          <a:p>
            <a:r>
              <a:rPr lang="en-US" dirty="0"/>
              <a:t>Rigid</a:t>
            </a:r>
          </a:p>
          <a:p>
            <a:r>
              <a:rPr lang="en-US" dirty="0"/>
              <a:t>Difficult to use in a dynamic business environment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2-</a:t>
            </a:r>
            <a:fld id="{67B19427-F580-D146-B60E-4CADEE75497F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©2022 John Wiley &amp; Sons, Inc.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34668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Rapid Application Development (RAD)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Incorporates special techniques and tools</a:t>
            </a:r>
          </a:p>
          <a:p>
            <a:pPr lvl="1"/>
            <a:r>
              <a:rPr lang="en-US" dirty="0"/>
              <a:t>C A S E tools</a:t>
            </a:r>
          </a:p>
          <a:p>
            <a:pPr lvl="1"/>
            <a:r>
              <a:rPr lang="en-US" dirty="0"/>
              <a:t>J A D sessions</a:t>
            </a:r>
          </a:p>
          <a:p>
            <a:pPr lvl="1"/>
            <a:r>
              <a:rPr lang="en-US" dirty="0"/>
              <a:t>Visual programming languages</a:t>
            </a:r>
          </a:p>
          <a:p>
            <a:pPr lvl="1"/>
            <a:r>
              <a:rPr lang="en-US" dirty="0"/>
              <a:t>Code generators</a:t>
            </a:r>
          </a:p>
          <a:p>
            <a:r>
              <a:rPr lang="en-US" dirty="0"/>
              <a:t>Goal – get some portion of system developed quickly and into the users’ hands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2-</a:t>
            </a:r>
            <a:fld id="{67B19427-F580-D146-B60E-4CADEE75497F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Copyright ©2022 John Wiley &amp; Sons, Inc.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35454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Three R A D Approaches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Iterative development</a:t>
            </a:r>
          </a:p>
          <a:p>
            <a:pPr lvl="1"/>
            <a:r>
              <a:rPr lang="en-US" dirty="0"/>
              <a:t>A series of versions developed sequentially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/>
              <a:t>System Prototyping</a:t>
            </a:r>
          </a:p>
          <a:p>
            <a:pPr lvl="1"/>
            <a:r>
              <a:rPr lang="en-US" dirty="0"/>
              <a:t>Create prototype (model) of system and “grow” it into the final system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/>
              <a:t>Throw-away prototyping</a:t>
            </a:r>
          </a:p>
          <a:p>
            <a:pPr lvl="1"/>
            <a:r>
              <a:rPr lang="en-US" dirty="0"/>
              <a:t>Prototype alternative designs in an experimental way</a:t>
            </a:r>
          </a:p>
          <a:p>
            <a:pPr lvl="1"/>
            <a:r>
              <a:rPr lang="en-US" dirty="0"/>
              <a:t>Build system following prototype design but discard the actual prototype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2-</a:t>
            </a:r>
            <a:fld id="{67B19427-F580-D146-B60E-4CADEE75497F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Copyright ©2022 John Wiley &amp; Sons, Inc.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28025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Iterative Development Methodology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dirty="0"/>
              <a:t>Breaks the overall project into a series of versions that are developed sequentially</a:t>
            </a:r>
          </a:p>
          <a:p>
            <a:r>
              <a:rPr lang="en-US" dirty="0"/>
              <a:t>Develop system in series of versions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2-</a:t>
            </a:r>
            <a:fld id="{67B19427-F580-D146-B60E-4CADEE75497F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©2022 John Wiley &amp; Sons, Inc. </a:t>
            </a:r>
            <a:endParaRPr lang="en-US" dirty="0"/>
          </a:p>
        </p:txBody>
      </p:sp>
      <p:pic>
        <p:nvPicPr>
          <p:cNvPr id="9" name="Content Placeholder 8" descr="Schematic illustration of the iterative development depicting a mini-waterfall process that breaks the overall project into a series of versions that are developed sequentially. ">
            <a:extLst>
              <a:ext uri="{FF2B5EF4-FFF2-40B4-BE49-F238E27FC236}">
                <a16:creationId xmlns:a16="http://schemas.microsoft.com/office/drawing/2014/main" id="{2B13F698-815B-4B8D-9514-7C129062259E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2"/>
          <a:stretch>
            <a:fillRect/>
          </a:stretch>
        </p:blipFill>
        <p:spPr>
          <a:xfrm>
            <a:off x="6356350" y="1814403"/>
            <a:ext cx="5384800" cy="4295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50392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Iterative Development Methodology 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Strengths</a:t>
            </a:r>
          </a:p>
          <a:p>
            <a:r>
              <a:rPr lang="en-US" dirty="0"/>
              <a:t>Users get a system to use quickly</a:t>
            </a:r>
          </a:p>
          <a:p>
            <a:r>
              <a:rPr lang="en-US" dirty="0"/>
              <a:t>Users identify additional needs for later versions based on real experiences with current version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Weaknesses</a:t>
            </a:r>
          </a:p>
          <a:p>
            <a:r>
              <a:rPr lang="en-US" dirty="0"/>
              <a:t>Users faced with using an incomplete system for a time</a:t>
            </a:r>
          </a:p>
          <a:p>
            <a:r>
              <a:rPr lang="en-US" dirty="0"/>
              <a:t>Users must be patient and wait for fully-functional system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2-</a:t>
            </a:r>
            <a:fld id="{67B19427-F580-D146-B60E-4CADEE75497F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©2022 John Wiley &amp; Sons, Inc.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57393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Prototyping Development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dirty="0"/>
              <a:t>Create a rough version of system quickly</a:t>
            </a:r>
          </a:p>
          <a:p>
            <a:r>
              <a:rPr lang="en-US" dirty="0"/>
              <a:t>Following reaction and comments from the users, the developers reanalyze, redesign, and </a:t>
            </a:r>
            <a:r>
              <a:rPr lang="en-US" dirty="0" err="1"/>
              <a:t>reimplement</a:t>
            </a:r>
            <a:r>
              <a:rPr lang="en-US" dirty="0"/>
              <a:t> a second prototype</a:t>
            </a:r>
          </a:p>
          <a:p>
            <a:r>
              <a:rPr lang="en-US" dirty="0"/>
              <a:t>Cycle continues until everyone agrees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2-</a:t>
            </a:r>
            <a:fld id="{67B19427-F580-D146-B60E-4CADEE75497F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©2022 John Wiley &amp; Sons, Inc. </a:t>
            </a:r>
            <a:endParaRPr lang="en-US" dirty="0"/>
          </a:p>
        </p:txBody>
      </p:sp>
      <p:pic>
        <p:nvPicPr>
          <p:cNvPr id="7" name="Content Placeholder 7" descr="Schematic illustration of system prototyping method that performs the analysis, design, and implementation phases concurrently.">
            <a:extLst>
              <a:ext uri="{FF2B5EF4-FFF2-40B4-BE49-F238E27FC236}">
                <a16:creationId xmlns:a16="http://schemas.microsoft.com/office/drawing/2014/main" id="{6E1018A4-DBA0-4D17-B084-B7C9CD3011C7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2"/>
          <a:stretch>
            <a:fillRect/>
          </a:stretch>
        </p:blipFill>
        <p:spPr>
          <a:xfrm>
            <a:off x="6356350" y="2808514"/>
            <a:ext cx="5384800" cy="2307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8000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Prototyping Methodology 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Strengths</a:t>
            </a:r>
          </a:p>
          <a:p>
            <a:r>
              <a:rPr lang="en-US" dirty="0"/>
              <a:t>Users get to work with prototype very quickly</a:t>
            </a:r>
          </a:p>
          <a:p>
            <a:r>
              <a:rPr lang="en-US" dirty="0"/>
              <a:t>Feedback cycles let users identify changes and refine real requirements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Weaknesses</a:t>
            </a:r>
          </a:p>
          <a:p>
            <a:r>
              <a:rPr lang="en-US" dirty="0"/>
              <a:t>Superficial analysis may cause problems</a:t>
            </a:r>
          </a:p>
          <a:p>
            <a:r>
              <a:rPr lang="en-US" dirty="0"/>
              <a:t>Initial design decisions may be poor</a:t>
            </a:r>
          </a:p>
          <a:p>
            <a:r>
              <a:rPr lang="en-US" dirty="0"/>
              <a:t>Overlooked features may be hard to add later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2-</a:t>
            </a:r>
            <a:fld id="{67B19427-F580-D146-B60E-4CADEE75497F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©2022 John Wiley &amp; Sons, Inc.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09205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Throwaway Prototyping Development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dirty="0"/>
              <a:t>Adds emphasis on experimenting with design options before design is finalized</a:t>
            </a:r>
          </a:p>
          <a:p>
            <a:r>
              <a:rPr lang="en-US" dirty="0"/>
              <a:t>Design options are thrown-away, but learning from them is factored into final design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2-</a:t>
            </a:r>
            <a:fld id="{67B19427-F580-D146-B60E-4CADEE75497F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©2022 John Wiley &amp; Sons, Inc. </a:t>
            </a:r>
            <a:endParaRPr lang="en-US" dirty="0"/>
          </a:p>
        </p:txBody>
      </p:sp>
      <p:pic>
        <p:nvPicPr>
          <p:cNvPr id="7" name="Content Placeholder 8" descr="Schematic illustration of throwaway prototyping method that has a thorough analysis phase to gather requirements and to develop ideas for the system concept.">
            <a:extLst>
              <a:ext uri="{FF2B5EF4-FFF2-40B4-BE49-F238E27FC236}">
                <a16:creationId xmlns:a16="http://schemas.microsoft.com/office/drawing/2014/main" id="{1BAF874A-247F-46D9-950B-3D7C22AE8115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2"/>
          <a:stretch>
            <a:fillRect/>
          </a:stretch>
        </p:blipFill>
        <p:spPr>
          <a:xfrm>
            <a:off x="6356350" y="2727064"/>
            <a:ext cx="5384800" cy="2470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2618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Throwaway Prototyping Methodology 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Strengths</a:t>
            </a:r>
          </a:p>
          <a:p>
            <a:r>
              <a:rPr lang="en-US" dirty="0"/>
              <a:t>Uncertainty is minimized</a:t>
            </a:r>
          </a:p>
          <a:p>
            <a:r>
              <a:rPr lang="en-US" dirty="0"/>
              <a:t>Important issues are understood before building the final system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Weakness</a:t>
            </a:r>
          </a:p>
          <a:p>
            <a:r>
              <a:rPr lang="en-US" dirty="0"/>
              <a:t>May take longer (compared to system prototyping)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2-</a:t>
            </a:r>
            <a:fld id="{67B19427-F580-D146-B60E-4CADEE75497F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©2022 John Wiley &amp; Sons, Inc.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63238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Agile Development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dirty="0"/>
              <a:t>Extreme Programming (XP), Scrum, and others</a:t>
            </a:r>
          </a:p>
          <a:p>
            <a:r>
              <a:rPr lang="en-US" dirty="0"/>
              <a:t>Focus on short cycles that produce a complete software product</a:t>
            </a:r>
          </a:p>
          <a:p>
            <a:r>
              <a:rPr lang="en-US" dirty="0"/>
              <a:t>Highly adaptable in dynamic environments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2-</a:t>
            </a:r>
            <a:fld id="{67B19427-F580-D146-B60E-4CADEE75497F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©2022 John Wiley &amp; Sons, Inc. </a:t>
            </a:r>
            <a:endParaRPr lang="en-US" dirty="0"/>
          </a:p>
        </p:txBody>
      </p:sp>
      <p:pic>
        <p:nvPicPr>
          <p:cNvPr id="7" name="Content Placeholder 7" descr="Schematic illustration of extreme programming, a complete software project, including planning, requirements analysis, design, coding, testing, and documentation.">
            <a:extLst>
              <a:ext uri="{FF2B5EF4-FFF2-40B4-BE49-F238E27FC236}">
                <a16:creationId xmlns:a16="http://schemas.microsoft.com/office/drawing/2014/main" id="{E845B9BC-B99E-4F05-A113-F4BD8A0676C0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2"/>
          <a:stretch>
            <a:fillRect/>
          </a:stretch>
        </p:blipFill>
        <p:spPr>
          <a:xfrm>
            <a:off x="6356350" y="2450554"/>
            <a:ext cx="5384800" cy="3023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30489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Agile Methodologies 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Strengths</a:t>
            </a:r>
          </a:p>
          <a:p>
            <a:r>
              <a:rPr lang="en-US" dirty="0"/>
              <a:t>Fast delivery of results</a:t>
            </a:r>
          </a:p>
          <a:p>
            <a:r>
              <a:rPr lang="en-US" dirty="0"/>
              <a:t>Works well in projects with undefined or changing requirements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Weaknesses</a:t>
            </a:r>
          </a:p>
          <a:p>
            <a:r>
              <a:rPr lang="en-US" dirty="0"/>
              <a:t>Requires discipline</a:t>
            </a:r>
          </a:p>
          <a:p>
            <a:r>
              <a:rPr lang="en-US" dirty="0"/>
              <a:t>Significant user involvement is essential</a:t>
            </a:r>
          </a:p>
          <a:p>
            <a:r>
              <a:rPr lang="en-US" dirty="0"/>
              <a:t>Initial high learning curve</a:t>
            </a:r>
          </a:p>
          <a:p>
            <a:r>
              <a:rPr lang="en-US" dirty="0"/>
              <a:t>Works best in smaller projects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2-</a:t>
            </a:r>
            <a:fld id="{67B19427-F580-D146-B60E-4CADEE75497F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©2022 John Wiley &amp; Sons, Inc.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81728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Agile Versus Waterfall-Based Methodologies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Agile development approaches have existed for several decades</a:t>
            </a:r>
          </a:p>
          <a:p>
            <a:r>
              <a:rPr lang="en-US" dirty="0"/>
              <a:t>Created in part because of dissatisfaction with the sequential, inflexible structure of waterfall-based approaches</a:t>
            </a:r>
          </a:p>
          <a:p>
            <a:r>
              <a:rPr lang="en-US" dirty="0"/>
              <a:t>Presently, agile development has made inroads into software development organizations, and studies show an even split between agile and waterfall users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2-</a:t>
            </a:r>
            <a:fld id="{67B19427-F580-D146-B60E-4CADEE75497F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Copyright ©2022 John Wiley &amp; Sons, Inc.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25266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Criteria for Selecting a Methodology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quarter" idx="12"/>
          </p:nvPr>
        </p:nvPicPr>
        <p:blipFill>
          <a:blip r:embed="rId2"/>
          <a:stretch>
            <a:fillRect/>
          </a:stretch>
        </p:blipFill>
        <p:spPr>
          <a:xfrm>
            <a:off x="406400" y="2204410"/>
            <a:ext cx="11379200" cy="359218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2-</a:t>
            </a:r>
            <a:fld id="{67B19427-F580-D146-B60E-4CADEE75497F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Copyright ©2022 John Wiley &amp; Sons, Inc.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1040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Staffing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The first step to staffing is determining the average number of staff needed for the project</a:t>
            </a:r>
          </a:p>
          <a:p>
            <a:r>
              <a:rPr lang="en-US" dirty="0"/>
              <a:t>Divide the total person-months of effort by the optimal schedule</a:t>
            </a:r>
          </a:p>
          <a:p>
            <a:r>
              <a:rPr lang="en-US" dirty="0"/>
              <a:t>The more a team grows, the more difficult it becomes to manage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2-</a:t>
            </a:r>
            <a:fld id="{67B19427-F580-D146-B60E-4CADEE75497F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Copyright ©2022 John Wiley &amp; Sons, Inc.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113636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Staffing Considerations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pPr lvl="0"/>
            <a:r>
              <a:rPr lang="en-US" dirty="0"/>
              <a:t>Match skills to project needs whenever possible </a:t>
            </a:r>
          </a:p>
          <a:p>
            <a:pPr lvl="0"/>
            <a:r>
              <a:rPr lang="en-US" dirty="0"/>
              <a:t>Consider technical skills and interpersonal skills</a:t>
            </a:r>
          </a:p>
          <a:p>
            <a:pPr lvl="1"/>
            <a:r>
              <a:rPr lang="en-US" dirty="0"/>
              <a:t>All IS work is done in teams</a:t>
            </a:r>
          </a:p>
          <a:p>
            <a:pPr lvl="1"/>
            <a:r>
              <a:rPr lang="en-US" dirty="0"/>
              <a:t>Technical skills are not sufficient – need to be able to work with others</a:t>
            </a:r>
          </a:p>
          <a:p>
            <a:pPr lvl="1"/>
            <a:r>
              <a:rPr lang="en-US" dirty="0"/>
              <a:t>Use training and outside sources (consultants, vendor support) when skills are not readily available</a:t>
            </a:r>
          </a:p>
          <a:p>
            <a:r>
              <a:rPr lang="en-US" dirty="0"/>
              <a:t>Staffing levels will change over a project’s lifetime</a:t>
            </a:r>
          </a:p>
          <a:p>
            <a:r>
              <a:rPr lang="en-US" dirty="0"/>
              <a:t>Adding staff adds overhead; not always productive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2-</a:t>
            </a:r>
            <a:fld id="{67B19427-F580-D146-B60E-4CADEE75497F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Copyright ©2022 John Wiley &amp; Sons, Inc.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536541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Increasing Complexity with Larger Teams</a:t>
            </a:r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sz="quarter" idx="14"/>
          </p:nvPr>
        </p:nvPicPr>
        <p:blipFill>
          <a:blip r:embed="rId2"/>
          <a:stretch>
            <a:fillRect/>
          </a:stretch>
        </p:blipFill>
        <p:spPr>
          <a:xfrm>
            <a:off x="1169349" y="2203450"/>
            <a:ext cx="3858901" cy="3517900"/>
          </a:xfrm>
          <a:prstGeom prst="rect">
            <a:avLst/>
          </a:prstGeom>
        </p:spPr>
      </p:pic>
      <p:pic>
        <p:nvPicPr>
          <p:cNvPr id="10" name="Content Placeholder 9"/>
          <p:cNvPicPr>
            <a:picLocks noGrp="1" noChangeAspect="1"/>
          </p:cNvPicPr>
          <p:nvPr>
            <p:ph sz="quarter" idx="15"/>
          </p:nvPr>
        </p:nvPicPr>
        <p:blipFill>
          <a:blip r:embed="rId3"/>
          <a:stretch>
            <a:fillRect/>
          </a:stretch>
        </p:blipFill>
        <p:spPr>
          <a:xfrm>
            <a:off x="7703212" y="2209800"/>
            <a:ext cx="2691075" cy="35052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2-</a:t>
            </a:r>
            <a:fld id="{67B19427-F580-D146-B60E-4CADEE75497F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©2022 John Wiley &amp; Sons, Inc.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251985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Possible Reporting Structure</a:t>
            </a:r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sz="quarter" idx="12"/>
          </p:nvPr>
        </p:nvPicPr>
        <p:blipFill>
          <a:blip r:embed="rId2"/>
          <a:stretch>
            <a:fillRect/>
          </a:stretch>
        </p:blipFill>
        <p:spPr>
          <a:xfrm>
            <a:off x="1348536" y="1809750"/>
            <a:ext cx="9494927" cy="4381500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2-</a:t>
            </a:r>
            <a:fld id="{67B19427-F580-D146-B60E-4CADEE75497F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Copyright ©2022 John Wiley &amp; Sons, Inc.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42875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Motivation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Use monetary rewards cautiously</a:t>
            </a:r>
          </a:p>
          <a:p>
            <a:r>
              <a:rPr lang="en-US" dirty="0"/>
              <a:t>Use intrinsic rewards</a:t>
            </a:r>
          </a:p>
          <a:p>
            <a:pPr lvl="1"/>
            <a:r>
              <a:rPr lang="en-US" dirty="0"/>
              <a:t>Recognition</a:t>
            </a:r>
          </a:p>
          <a:p>
            <a:pPr lvl="1"/>
            <a:r>
              <a:rPr lang="en-US" dirty="0"/>
              <a:t>Achievement</a:t>
            </a:r>
          </a:p>
          <a:p>
            <a:pPr lvl="1"/>
            <a:r>
              <a:rPr lang="en-US" dirty="0"/>
              <a:t>The work itself</a:t>
            </a:r>
          </a:p>
          <a:p>
            <a:pPr lvl="1"/>
            <a:r>
              <a:rPr lang="en-US" dirty="0"/>
              <a:t>Responsibility</a:t>
            </a:r>
          </a:p>
          <a:p>
            <a:pPr lvl="1"/>
            <a:r>
              <a:rPr lang="en-US" dirty="0"/>
              <a:t>Advancement</a:t>
            </a:r>
          </a:p>
          <a:p>
            <a:pPr lvl="1"/>
            <a:r>
              <a:rPr lang="en-US" dirty="0"/>
              <a:t>Chance to learn new skills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2-</a:t>
            </a:r>
            <a:fld id="{67B19427-F580-D146-B60E-4CADEE75497F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Copyright ©2022 John Wiley &amp; Sons, Inc.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796021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Motivational Don’ts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quarter" idx="12"/>
          </p:nvPr>
        </p:nvPicPr>
        <p:blipFill>
          <a:blip r:embed="rId2"/>
          <a:stretch>
            <a:fillRect/>
          </a:stretch>
        </p:blipFill>
        <p:spPr>
          <a:xfrm>
            <a:off x="1120049" y="1765300"/>
            <a:ext cx="9951902" cy="44704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2-</a:t>
            </a:r>
            <a:fld id="{67B19427-F580-D146-B60E-4CADEE75497F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Copyright ©2022 John Wiley &amp; Sons, Inc.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304184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Handling Conflict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Group cohesiveness is the attraction that members feel to the group and to other members of the group</a:t>
            </a:r>
          </a:p>
          <a:p>
            <a:r>
              <a:rPr lang="en-US" dirty="0"/>
              <a:t>It contributes more to productivity than do project members’ individual capabilities or experiences</a:t>
            </a:r>
          </a:p>
          <a:p>
            <a:r>
              <a:rPr lang="en-US" dirty="0"/>
              <a:t>Defining the roles on the project and holding team members accountable for their tasks is a good way to begin mitigating potential conflict on a project</a:t>
            </a:r>
          </a:p>
          <a:p>
            <a:r>
              <a:rPr lang="en-US" dirty="0"/>
              <a:t>Project charters can help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2-</a:t>
            </a:r>
            <a:fld id="{67B19427-F580-D146-B60E-4CADEE75497F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Copyright ©2022 John Wiley &amp; Sons, Inc.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528412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Conflict Avoidance Strategies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/>
              <a:t>Clearly define plans for the project</a:t>
            </a:r>
          </a:p>
          <a:p>
            <a:r>
              <a:rPr lang="en-US"/>
              <a:t>Make sure the team understands how the project is important to the organization</a:t>
            </a:r>
          </a:p>
          <a:p>
            <a:r>
              <a:rPr lang="en-US"/>
              <a:t>Develop detailed operating procedures and communicate these to the team members</a:t>
            </a:r>
          </a:p>
          <a:p>
            <a:r>
              <a:rPr lang="en-US"/>
              <a:t>Develop a project charter</a:t>
            </a:r>
          </a:p>
          <a:p>
            <a:r>
              <a:rPr lang="en-US"/>
              <a:t>Develop schedule commitments ahead of time</a:t>
            </a:r>
          </a:p>
          <a:p>
            <a:r>
              <a:rPr lang="en-US"/>
              <a:t>Forecast other priorities and their possible impact on the project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2-</a:t>
            </a:r>
            <a:fld id="{67B19427-F580-D146-B60E-4CADEE75497F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Copyright ©2022 John Wiley &amp; Sons, Inc.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690752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Coordinating Project Activities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The act of coordinating project activities continues throughout the entire project until a system is delivered</a:t>
            </a:r>
          </a:p>
          <a:p>
            <a:r>
              <a:rPr lang="en-US" dirty="0"/>
              <a:t>This step includes putting efficient development practices in place and mitigating risk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2-</a:t>
            </a:r>
            <a:fld id="{67B19427-F580-D146-B60E-4CADEE75497F}" type="slidenum">
              <a:rPr lang="en-US" smtClean="0"/>
              <a:pPr/>
              <a:t>37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Copyright ©2022 John Wiley &amp; Sons, Inc.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876905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Computer- Aided Software Engineering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CASE is a category of software that automates all or part of the development process</a:t>
            </a:r>
          </a:p>
          <a:p>
            <a:r>
              <a:rPr lang="en-US" dirty="0"/>
              <a:t>Some CASE software packages are primarily used during the analysis phase to create integrated diagrams of the system and to store information regarding the system components</a:t>
            </a:r>
          </a:p>
          <a:p>
            <a:pPr lvl="1"/>
            <a:r>
              <a:rPr lang="en-US" dirty="0"/>
              <a:t>Upper CASE</a:t>
            </a:r>
          </a:p>
          <a:p>
            <a:r>
              <a:rPr lang="en-US" dirty="0"/>
              <a:t>Other CASE software packages are design- phase tools that create the diagrams and then generate code for database tables and system functionality</a:t>
            </a:r>
          </a:p>
          <a:p>
            <a:pPr lvl="1"/>
            <a:r>
              <a:rPr lang="en-US" dirty="0"/>
              <a:t>Lower CASE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2-</a:t>
            </a:r>
            <a:fld id="{67B19427-F580-D146-B60E-4CADEE75497F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Copyright ©2022 John Wiley &amp; Sons, Inc.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340410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Benefits and Drawbacks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Benefits…</a:t>
            </a:r>
          </a:p>
          <a:p>
            <a:pPr lvl="1"/>
            <a:r>
              <a:rPr lang="en-US" dirty="0"/>
              <a:t>Tasks are much faster to complete and alter</a:t>
            </a:r>
          </a:p>
          <a:p>
            <a:pPr lvl="1"/>
            <a:r>
              <a:rPr lang="en-US" dirty="0"/>
              <a:t>Development information is centralized</a:t>
            </a:r>
          </a:p>
          <a:p>
            <a:pPr lvl="1"/>
            <a:r>
              <a:rPr lang="en-US" dirty="0"/>
              <a:t>Information is illustrated through diagrams</a:t>
            </a:r>
          </a:p>
          <a:p>
            <a:pPr lvl="1"/>
            <a:r>
              <a:rPr lang="en-US" dirty="0"/>
              <a:t>CASE can reduce maintenance costs</a:t>
            </a:r>
          </a:p>
          <a:p>
            <a:pPr lvl="1"/>
            <a:r>
              <a:rPr lang="en-US" dirty="0"/>
              <a:t>Improve software quality and enforce discipline</a:t>
            </a:r>
          </a:p>
          <a:p>
            <a:r>
              <a:rPr lang="en-US" dirty="0"/>
              <a:t>Drawbacks</a:t>
            </a:r>
          </a:p>
          <a:p>
            <a:pPr lvl="1"/>
            <a:r>
              <a:rPr lang="en-US" dirty="0"/>
              <a:t>The advanced CASE tools are complex applications that require significant training and experience to achieve real benefits</a:t>
            </a:r>
          </a:p>
          <a:p>
            <a:pPr lvl="1"/>
            <a:r>
              <a:rPr lang="en-US" dirty="0"/>
              <a:t>Often, CASE serves only as a glorified diagramming tool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2-</a:t>
            </a:r>
            <a:fld id="{67B19427-F580-D146-B60E-4CADEE75497F}" type="slidenum">
              <a:rPr lang="en-US" smtClean="0"/>
              <a:pPr/>
              <a:t>39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Copyright ©2022 John Wiley &amp; Sons, Inc.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833168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Repository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The central component of any CASE tool is the CASE repository</a:t>
            </a:r>
          </a:p>
          <a:p>
            <a:pPr lvl="1"/>
            <a:r>
              <a:rPr lang="en-US" dirty="0"/>
              <a:t>Also known as the information repository or data dictionary</a:t>
            </a:r>
          </a:p>
          <a:p>
            <a:r>
              <a:rPr lang="en-US" dirty="0"/>
              <a:t>Stores the diagrams and other project information</a:t>
            </a:r>
          </a:p>
          <a:p>
            <a:r>
              <a:rPr lang="en-US" dirty="0"/>
              <a:t>As the project evolves, project team members perform their tasks by using CASE and have access to each project team member’s additions to the CASE repository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2-</a:t>
            </a:r>
            <a:fld id="{67B19427-F580-D146-B60E-4CADEE75497F}" type="slidenum">
              <a:rPr lang="en-US" smtClean="0"/>
              <a:pPr/>
              <a:t>40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Copyright ©2022 John Wiley &amp; Sons, Inc.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630193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Standards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Standards are created to ensure that team members are performing tasks in the same way and following the same procedures</a:t>
            </a:r>
          </a:p>
          <a:p>
            <a:r>
              <a:rPr lang="en-US" dirty="0"/>
              <a:t>Standards can range from formal rules for naming files to forms that must be completed when goals are reached to programming guidelines</a:t>
            </a:r>
          </a:p>
          <a:p>
            <a:r>
              <a:rPr lang="en-US" dirty="0"/>
              <a:t>Standards work best when they are created at the beginning of the project and well communicated to the entire project team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2-</a:t>
            </a:r>
            <a:fld id="{67B19427-F580-D146-B60E-4CADEE75497F}" type="slidenum">
              <a:rPr lang="en-US" smtClean="0"/>
              <a:pPr/>
              <a:t>41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Copyright ©2022 John Wiley &amp; Sons, Inc.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442356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Sampling of Project Standards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2-</a:t>
            </a:r>
            <a:fld id="{67B19427-F580-D146-B60E-4CADEE75497F}" type="slidenum">
              <a:rPr lang="en-US" smtClean="0"/>
              <a:pPr/>
              <a:t>42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Copyright ©2022 John Wiley &amp; Sons, Inc. </a:t>
            </a:r>
            <a:endParaRPr lang="en-US" dirty="0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sz="quarter" idx="12"/>
            <p:extLst>
              <p:ext uri="{D42A27DB-BD31-4B8C-83A1-F6EECF244321}">
                <p14:modId xmlns:p14="http://schemas.microsoft.com/office/powerpoint/2010/main" val="3409191126"/>
              </p:ext>
            </p:extLst>
          </p:nvPr>
        </p:nvGraphicFramePr>
        <p:xfrm>
          <a:off x="406400" y="1752600"/>
          <a:ext cx="11379200" cy="4211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8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Types of Standards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Examples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Documentation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The date and project name should appear as a header on all documentation.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All margins should be set to 1 inch.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All deliverables should be added to the project folder and recorded in its table of contents.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All modules of code should include a header that lists the programmer, last date of update, and a short description of the purpose of the code.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Indentation should be used to indicate loops, if-then-else statements, and case statements.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On average, every program should include one line of comments for every five lines of code.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Procedural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Record actual task progress in the work plan every Monday morning by 10 A.M.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Report to project update meeting on Fridays at 3:30 P.M.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All changes to a requirements document must be approved by the project manager.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70824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Sampling of Project Standards </a:t>
            </a:r>
            <a:r>
              <a:rPr lang="en-US" sz="2000" dirty="0"/>
              <a:t>Continued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2-</a:t>
            </a:r>
            <a:fld id="{67B19427-F580-D146-B60E-4CADEE75497F}" type="slidenum">
              <a:rPr lang="en-US" smtClean="0"/>
              <a:pPr/>
              <a:t>43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Copyright ©2022 John Wiley &amp; Sons, Inc. </a:t>
            </a:r>
            <a:endParaRPr lang="en-US" dirty="0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sz="quarter" idx="12"/>
            <p:extLst>
              <p:ext uri="{D42A27DB-BD31-4B8C-83A1-F6EECF244321}">
                <p14:modId xmlns:p14="http://schemas.microsoft.com/office/powerpoint/2010/main" val="3916483118"/>
              </p:ext>
            </p:extLst>
          </p:nvPr>
        </p:nvGraphicFramePr>
        <p:xfrm>
          <a:off x="406400" y="1752600"/>
          <a:ext cx="11379200" cy="302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8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Types of Standards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Examples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Specifications requirement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Name of the program to be created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Description of the program ’ s purpose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Special calculations that need to be computed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Business rules that must be incorporated into the program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Pseudocode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Due date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User interface design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Labels will appear in boldface text, left- justified, and followed by a colon.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The tab order of the screen will move from top left to bottom right.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Hot keys will be provided for all updatable fields.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558805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Documentation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Another technique that project teams put in place during the planning phase is good documentation</a:t>
            </a:r>
          </a:p>
          <a:p>
            <a:r>
              <a:rPr lang="en-US" dirty="0"/>
              <a:t>Often, the documentation is stored on a file server available to the entire team</a:t>
            </a:r>
          </a:p>
          <a:p>
            <a:pPr lvl="1"/>
            <a:r>
              <a:rPr lang="en-US" dirty="0"/>
              <a:t>Project binder</a:t>
            </a:r>
          </a:p>
          <a:p>
            <a:r>
              <a:rPr lang="en-US" dirty="0">
                <a:latin typeface="TimesLTStd-Roman"/>
              </a:rPr>
              <a:t>A simple way to set up your documentation is to create a folder hierarchy and use subfolders to separate content according to the major phases of the project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2-</a:t>
            </a:r>
            <a:fld id="{67B19427-F580-D146-B60E-4CADEE75497F}" type="slidenum">
              <a:rPr lang="en-US" smtClean="0"/>
              <a:pPr/>
              <a:t>44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Copyright ©2022 John Wiley &amp; Sons, Inc.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287986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Managing and Controlling the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The science of project management is in making trade-offs among three important concepts:</a:t>
            </a:r>
          </a:p>
          <a:p>
            <a:pPr marL="758952" lvl="1" indent="-457200">
              <a:buFont typeface="+mj-lt"/>
              <a:buAutoNum type="arabicPeriod"/>
            </a:pPr>
            <a:r>
              <a:rPr lang="en-US" dirty="0"/>
              <a:t>The size of the system (in terms of what it does)</a:t>
            </a:r>
          </a:p>
          <a:p>
            <a:pPr marL="758952" lvl="1" indent="-457200">
              <a:buFont typeface="+mj-lt"/>
              <a:buAutoNum type="arabicPeriod"/>
            </a:pPr>
            <a:r>
              <a:rPr lang="en-US" dirty="0"/>
              <a:t>The time to complete the project (when the project will be finished)</a:t>
            </a:r>
          </a:p>
          <a:p>
            <a:pPr marL="758952" lvl="1" indent="-457200">
              <a:buFont typeface="+mj-lt"/>
              <a:buAutoNum type="arabicPeriod"/>
            </a:pPr>
            <a:r>
              <a:rPr lang="en-US" dirty="0"/>
              <a:t>The cost of the project</a:t>
            </a:r>
          </a:p>
          <a:p>
            <a:r>
              <a:rPr lang="en-US" dirty="0"/>
              <a:t>The project manager must work with the project sponsor to shift these appropriately as the project progresses</a:t>
            </a:r>
          </a:p>
          <a:p>
            <a:r>
              <a:rPr lang="en-US" dirty="0"/>
              <a:t>Once the project begins, the project manager monitors the progress of the team on the project tasks as the project team members make periodic status reports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2-</a:t>
            </a:r>
            <a:fld id="{67B19427-F580-D146-B60E-4CADEE75497F}" type="slidenum">
              <a:rPr lang="en-US" smtClean="0"/>
              <a:pPr/>
              <a:t>45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Copyright ©2022 John Wiley &amp; Sons, Inc.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360247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Refining Estimates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Even projects with high-quality estimates will need refinement</a:t>
            </a:r>
          </a:p>
          <a:p>
            <a:r>
              <a:rPr lang="en-US" dirty="0"/>
              <a:t>Project managers must adjust estimated time throughout the project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2-</a:t>
            </a:r>
            <a:fld id="{67B19427-F580-D146-B60E-4CADEE75497F}" type="slidenum">
              <a:rPr lang="en-US" smtClean="0"/>
              <a:pPr/>
              <a:t>46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Copyright ©2022 John Wiley &amp; Sons, Inc.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738415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Estimates Require Refinement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sz="quarter" idx="12"/>
            <p:extLst>
              <p:ext uri="{D42A27DB-BD31-4B8C-83A1-F6EECF244321}">
                <p14:modId xmlns:p14="http://schemas.microsoft.com/office/powerpoint/2010/main" val="3449455147"/>
              </p:ext>
            </p:extLst>
          </p:nvPr>
        </p:nvGraphicFramePr>
        <p:xfrm>
          <a:off x="406400" y="1752600"/>
          <a:ext cx="11379200" cy="239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4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4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44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1800" b="1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Phase</a:t>
                      </a:r>
                      <a:endParaRPr lang="en-IN" b="1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IN" sz="1800" b="1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Deliverable</a:t>
                      </a:r>
                      <a:endParaRPr lang="en-IN" b="1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Typical Margins of Error for Well-Prepared Estimate Cost (%)</a:t>
                      </a:r>
                      <a:endParaRPr lang="en-IN" b="1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Typical Margins of Error for Well-Prepared Estimate Schedule Time (%)</a:t>
                      </a:r>
                      <a:endParaRPr lang="en-IN" b="1" dirty="0"/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Planning phase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System request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Project plan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Analysis phase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System proposal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Design phase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System specifications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2-</a:t>
            </a:r>
            <a:fld id="{67B19427-F580-D146-B60E-4CADEE75497F}" type="slidenum">
              <a:rPr lang="en-US" smtClean="0"/>
              <a:pPr/>
              <a:t>47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Copyright ©2022 John Wiley &amp; Sons, Inc.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246527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Managing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Beware of scope creep</a:t>
            </a:r>
          </a:p>
          <a:p>
            <a:r>
              <a:rPr lang="en-US" dirty="0"/>
              <a:t>Implement formal change approval process</a:t>
            </a:r>
          </a:p>
          <a:p>
            <a:r>
              <a:rPr lang="en-US" dirty="0"/>
              <a:t>Defer additional requirements as future system enhancements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2-</a:t>
            </a:r>
            <a:fld id="{67B19427-F580-D146-B60E-4CADEE75497F}" type="slidenum">
              <a:rPr lang="en-US" smtClean="0"/>
              <a:pPr/>
              <a:t>48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Copyright ©2022 John Wiley &amp; Sons, Inc.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024531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Timeboxing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Timeboxing sets a fixed deadline for a project and delivers the system by that deadline no matter what, even if functionality needs to be reduced</a:t>
            </a:r>
          </a:p>
          <a:p>
            <a:r>
              <a:rPr lang="en-US" dirty="0"/>
              <a:t>Time estimating techniques may reveal that the project requires more time than we have available</a:t>
            </a:r>
          </a:p>
          <a:p>
            <a:pPr lvl="0"/>
            <a:r>
              <a:rPr lang="en-US" dirty="0"/>
              <a:t>Timeboxing helps in these situations</a:t>
            </a:r>
          </a:p>
          <a:p>
            <a:pPr lvl="1"/>
            <a:r>
              <a:rPr lang="en-US" dirty="0"/>
              <a:t>Set a tight but realistic deadline. Identify core, essential functional requirements</a:t>
            </a:r>
          </a:p>
          <a:p>
            <a:pPr lvl="1"/>
            <a:r>
              <a:rPr lang="en-US" dirty="0"/>
              <a:t>Team limits its focus just to essential functions</a:t>
            </a:r>
          </a:p>
          <a:p>
            <a:pPr lvl="1"/>
            <a:r>
              <a:rPr lang="en-US" dirty="0"/>
              <a:t>High quality is stressed</a:t>
            </a:r>
          </a:p>
          <a:p>
            <a:pPr lvl="1"/>
            <a:r>
              <a:rPr lang="en-US" dirty="0"/>
              <a:t>Other functions will be added later</a:t>
            </a:r>
          </a:p>
          <a:p>
            <a:pPr lvl="1"/>
            <a:r>
              <a:rPr lang="en-US" dirty="0"/>
              <a:t>Repeat to add refinements and enhancements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2-</a:t>
            </a:r>
            <a:fld id="{67B19427-F580-D146-B60E-4CADEE75497F}" type="slidenum">
              <a:rPr lang="en-US" smtClean="0"/>
              <a:pPr/>
              <a:t>49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Copyright ©2022 John Wiley &amp; Sons, Inc.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816204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 for Timeboxing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Set the date for system delivery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Prioritize the functionality that needs to be included in the system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Build the core of the system (the functionality ranked as most important)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Postpone functionality that cannot be provided within the time frame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Deliver the system with core functionality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Repeat steps 3 through 5, to add refinements and enhancements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2-</a:t>
            </a:r>
            <a:fld id="{67B19427-F580-D146-B60E-4CADEE75497F}" type="slidenum">
              <a:rPr lang="en-US" smtClean="0"/>
              <a:pPr/>
              <a:t>50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Copyright ©2022 John Wiley &amp; Sons, Inc.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70512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Managing Risk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b="1" i="1" dirty="0"/>
              <a:t>Risk management </a:t>
            </a:r>
            <a:r>
              <a:rPr lang="en-US" dirty="0"/>
              <a:t>is the process of assessing and addressing the risks that are associated with developing a project</a:t>
            </a:r>
          </a:p>
          <a:p>
            <a:r>
              <a:rPr lang="en-US" dirty="0"/>
              <a:t>Typically, project teams create a risk assessment, or a document that tracks potential risks along with an evaluation of the likelihood of the risk and its potential impact on the project</a:t>
            </a:r>
          </a:p>
          <a:p>
            <a:r>
              <a:rPr lang="en-US" dirty="0"/>
              <a:t>Most project managers keep abreast of potential risks, even prioritizing them according to their magnitude and importance</a:t>
            </a:r>
          </a:p>
          <a:p>
            <a:r>
              <a:rPr lang="en-US" dirty="0"/>
              <a:t>Over time, the list of risks will change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2-</a:t>
            </a:r>
            <a:fld id="{67B19427-F580-D146-B60E-4CADEE75497F}" type="slidenum">
              <a:rPr lang="en-US" smtClean="0"/>
              <a:pPr/>
              <a:t>51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Copyright ©2022 John Wiley &amp; Sons, Inc.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177577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Chapter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/>
        <p:txBody>
          <a:bodyPr>
            <a:normAutofit/>
          </a:bodyPr>
          <a:lstStyle/>
          <a:p>
            <a:r>
              <a:rPr lang="en-US" dirty="0"/>
              <a:t>Explain how the practice of project portfolio management may influence the selection of IS projects.</a:t>
            </a:r>
          </a:p>
          <a:p>
            <a:r>
              <a:rPr lang="en-US" dirty="0"/>
              <a:t>Discuss the skills needed to be a successful systems analyst.</a:t>
            </a:r>
          </a:p>
          <a:p>
            <a:r>
              <a:rPr lang="en-US" dirty="0"/>
              <a:t>List and explain the project characteristics that affect the selection of a project methodology.</a:t>
            </a:r>
          </a:p>
          <a:p>
            <a:r>
              <a:rPr lang="en-US" dirty="0"/>
              <a:t>List and explain three methodologies that are based on the waterfall concept.</a:t>
            </a:r>
          </a:p>
          <a:p>
            <a:r>
              <a:rPr lang="en-US" dirty="0"/>
              <a:t>List and explain three methodologies that are based on RAD.</a:t>
            </a:r>
          </a:p>
          <a:p>
            <a:r>
              <a:rPr lang="en-US" dirty="0"/>
              <a:t>Explain the XP Agile methodology.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2-</a:t>
            </a:r>
            <a:fld id="{67B19427-F580-D146-B60E-4CADEE75497F}" type="slidenum">
              <a:rPr lang="en-US" smtClean="0"/>
              <a:pPr/>
              <a:t>52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Copyright ©2022 John Wiley &amp; Sons, Inc.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006754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Chapter Review </a:t>
            </a:r>
            <a:r>
              <a:rPr lang="en-US" sz="2000" dirty="0"/>
              <a:t>Continued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For each methodology included in the chapter, summarize the project characteristics that make that methodology the best choice and the poorest choice. Explain why.</a:t>
            </a:r>
          </a:p>
          <a:p>
            <a:r>
              <a:rPr lang="en-US" dirty="0"/>
              <a:t>Discuss the three main tasks involved when staffing a project.</a:t>
            </a:r>
          </a:p>
          <a:p>
            <a:r>
              <a:rPr lang="en-US" dirty="0"/>
              <a:t>Describe various ways to influence the motivation of project team members.</a:t>
            </a:r>
          </a:p>
          <a:p>
            <a:r>
              <a:rPr lang="en-US" dirty="0"/>
              <a:t>Explain the purpose and content of a project charter.</a:t>
            </a:r>
          </a:p>
          <a:p>
            <a:r>
              <a:rPr lang="en-US" dirty="0"/>
              <a:t>Describe the role of CASE tools in coordinating the project.</a:t>
            </a:r>
          </a:p>
          <a:p>
            <a:r>
              <a:rPr lang="en-US" dirty="0"/>
              <a:t>Describe the value of standards to the project team.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2-</a:t>
            </a:r>
            <a:fld id="{67B19427-F580-D146-B60E-4CADEE75497F}" type="slidenum">
              <a:rPr lang="en-US" smtClean="0"/>
              <a:pPr/>
              <a:t>53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Copyright ©2022 John Wiley &amp; Sons, Inc.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461758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Chapter Review </a:t>
            </a:r>
            <a:r>
              <a:rPr lang="en-US" sz="2000" dirty="0"/>
              <a:t>Continued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Discuss the project manager’s balancing act involving size, time, and cost.</a:t>
            </a:r>
          </a:p>
          <a:p>
            <a:r>
              <a:rPr lang="en-US" dirty="0"/>
              <a:t>Describe how scope creep affects a project.</a:t>
            </a:r>
          </a:p>
          <a:p>
            <a:r>
              <a:rPr lang="en-US" dirty="0"/>
              <a:t>Discuss the technique of </a:t>
            </a:r>
            <a:r>
              <a:rPr lang="en-US" dirty="0" err="1"/>
              <a:t>timeboxing</a:t>
            </a:r>
            <a:r>
              <a:rPr lang="en-US" dirty="0"/>
              <a:t> and how it affects a project team.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2-</a:t>
            </a:r>
            <a:fld id="{67B19427-F580-D146-B60E-4CADEE75497F}" type="slidenum">
              <a:rPr lang="en-US" smtClean="0"/>
              <a:pPr/>
              <a:t>54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Copyright ©2022 John Wiley &amp; Sons, Inc.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418495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Terms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/>
        <p:txBody>
          <a:bodyPr numCol="4">
            <a:normAutofit fontScale="77500" lnSpcReduction="20000"/>
          </a:bodyPr>
          <a:lstStyle/>
          <a:p>
            <a:r>
              <a:rPr lang="en-US" dirty="0"/>
              <a:t>Agile development</a:t>
            </a:r>
          </a:p>
          <a:p>
            <a:r>
              <a:rPr lang="en-US" dirty="0"/>
              <a:t>CASE repository</a:t>
            </a:r>
          </a:p>
          <a:p>
            <a:r>
              <a:rPr lang="en-US" dirty="0"/>
              <a:t>Chief information</a:t>
            </a:r>
          </a:p>
          <a:p>
            <a:r>
              <a:rPr lang="en-US" dirty="0"/>
              <a:t>officers (CIOs)</a:t>
            </a:r>
          </a:p>
          <a:p>
            <a:r>
              <a:rPr lang="en-US" dirty="0"/>
              <a:t>Computer-aided</a:t>
            </a:r>
          </a:p>
          <a:p>
            <a:r>
              <a:rPr lang="en-US" dirty="0"/>
              <a:t>software</a:t>
            </a:r>
          </a:p>
          <a:p>
            <a:r>
              <a:rPr lang="en-US" dirty="0"/>
              <a:t>engineering (CASE)</a:t>
            </a:r>
          </a:p>
          <a:p>
            <a:r>
              <a:rPr lang="en-US" dirty="0"/>
              <a:t>Design prototype</a:t>
            </a:r>
          </a:p>
          <a:p>
            <a:r>
              <a:rPr lang="en-US" dirty="0"/>
              <a:t>Documentation</a:t>
            </a:r>
          </a:p>
          <a:p>
            <a:r>
              <a:rPr lang="en-US" dirty="0"/>
              <a:t>Feature creep</a:t>
            </a:r>
          </a:p>
          <a:p>
            <a:r>
              <a:rPr lang="en-US" dirty="0"/>
              <a:t>Functional lead</a:t>
            </a:r>
          </a:p>
          <a:p>
            <a:r>
              <a:rPr lang="en-US" dirty="0"/>
              <a:t>Group cohesiveness</a:t>
            </a:r>
          </a:p>
          <a:p>
            <a:r>
              <a:rPr lang="en-US" dirty="0"/>
              <a:t>Integrated CASE</a:t>
            </a:r>
          </a:p>
          <a:p>
            <a:r>
              <a:rPr lang="en-US" dirty="0"/>
              <a:t>Interpersonal skills</a:t>
            </a:r>
          </a:p>
          <a:p>
            <a:r>
              <a:rPr lang="en-US" dirty="0"/>
              <a:t>Iterative development</a:t>
            </a:r>
          </a:p>
          <a:p>
            <a:r>
              <a:rPr lang="en-US" dirty="0"/>
              <a:t>Lower CASE</a:t>
            </a:r>
          </a:p>
          <a:p>
            <a:r>
              <a:rPr lang="en-US" dirty="0"/>
              <a:t>Methodology</a:t>
            </a:r>
          </a:p>
          <a:p>
            <a:r>
              <a:rPr lang="en-US" dirty="0"/>
              <a:t>Motivation</a:t>
            </a:r>
          </a:p>
          <a:p>
            <a:r>
              <a:rPr lang="en-US" dirty="0"/>
              <a:t>Parallel development</a:t>
            </a:r>
          </a:p>
          <a:p>
            <a:r>
              <a:rPr lang="en-US" dirty="0"/>
              <a:t>Project binder</a:t>
            </a:r>
          </a:p>
          <a:p>
            <a:r>
              <a:rPr lang="en-US" dirty="0"/>
              <a:t>Project management</a:t>
            </a:r>
          </a:p>
          <a:p>
            <a:r>
              <a:rPr lang="en-US" dirty="0"/>
              <a:t>Project manager</a:t>
            </a:r>
          </a:p>
          <a:p>
            <a:endParaRPr lang="en-US" dirty="0"/>
          </a:p>
          <a:p>
            <a:r>
              <a:rPr lang="en-US" dirty="0"/>
              <a:t>Project portfolio</a:t>
            </a:r>
          </a:p>
          <a:p>
            <a:r>
              <a:rPr lang="en-US" dirty="0"/>
              <a:t>management</a:t>
            </a:r>
          </a:p>
          <a:p>
            <a:r>
              <a:rPr lang="en-US" dirty="0"/>
              <a:t>Rapid application</a:t>
            </a:r>
          </a:p>
          <a:p>
            <a:r>
              <a:rPr lang="en-US" dirty="0"/>
              <a:t>development (RAD)</a:t>
            </a:r>
          </a:p>
          <a:p>
            <a:r>
              <a:rPr lang="en-US" dirty="0"/>
              <a:t>Reporting structure</a:t>
            </a:r>
          </a:p>
          <a:p>
            <a:r>
              <a:rPr lang="en-US" dirty="0"/>
              <a:t>Risk assessment</a:t>
            </a:r>
          </a:p>
          <a:p>
            <a:r>
              <a:rPr lang="en-US" dirty="0"/>
              <a:t>Risk management</a:t>
            </a:r>
          </a:p>
          <a:p>
            <a:r>
              <a:rPr lang="en-US" dirty="0"/>
              <a:t>Scope creep</a:t>
            </a:r>
          </a:p>
          <a:p>
            <a:r>
              <a:rPr lang="en-US" dirty="0"/>
              <a:t>Staffing plan</a:t>
            </a:r>
          </a:p>
          <a:p>
            <a:r>
              <a:rPr lang="en-US" dirty="0"/>
              <a:t>Standards</a:t>
            </a:r>
          </a:p>
          <a:p>
            <a:r>
              <a:rPr lang="en-US" dirty="0"/>
              <a:t>System prototyping</a:t>
            </a:r>
          </a:p>
          <a:p>
            <a:r>
              <a:rPr lang="en-US" dirty="0"/>
              <a:t>Technical lead</a:t>
            </a:r>
          </a:p>
          <a:p>
            <a:r>
              <a:rPr lang="en-US" dirty="0"/>
              <a:t>Technical skills</a:t>
            </a:r>
          </a:p>
          <a:p>
            <a:r>
              <a:rPr lang="en-US" dirty="0"/>
              <a:t>Throwaway prototyping</a:t>
            </a:r>
          </a:p>
          <a:p>
            <a:r>
              <a:rPr lang="en-US" dirty="0"/>
              <a:t>Timeboxing</a:t>
            </a:r>
          </a:p>
          <a:p>
            <a:r>
              <a:rPr lang="en-US" dirty="0"/>
              <a:t>Trade-offs</a:t>
            </a:r>
          </a:p>
          <a:p>
            <a:r>
              <a:rPr lang="en-US" dirty="0"/>
              <a:t>Upper CASE</a:t>
            </a:r>
          </a:p>
          <a:p>
            <a:r>
              <a:rPr lang="en-US" dirty="0"/>
              <a:t>Versions</a:t>
            </a:r>
          </a:p>
          <a:p>
            <a:r>
              <a:rPr lang="en-US" dirty="0"/>
              <a:t>V-model</a:t>
            </a:r>
          </a:p>
          <a:p>
            <a:r>
              <a:rPr lang="en-US" dirty="0"/>
              <a:t>Waterfall development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2-</a:t>
            </a:r>
            <a:fld id="{67B19427-F580-D146-B60E-4CADEE75497F}" type="slidenum">
              <a:rPr lang="en-US" smtClean="0"/>
              <a:pPr/>
              <a:t>55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Copyright ©2022 John Wiley &amp; Sons, Inc.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8657724"/>
      </p:ext>
    </p:extLst>
  </p:cSld>
  <p:clrMapOvr>
    <a:masterClrMapping/>
  </p:clrMapOvr>
</p:sld>
</file>

<file path=ppt/theme/theme1.xml><?xml version="1.0" encoding="utf-8"?>
<a:theme xmlns:a="http://schemas.openxmlformats.org/drawingml/2006/main" name="Opener">
  <a:themeElements>
    <a:clrScheme name="Standard Design">
      <a:dk1>
        <a:srgbClr val="000000"/>
      </a:dk1>
      <a:lt1>
        <a:srgbClr val="FFFFFF"/>
      </a:lt1>
      <a:dk2>
        <a:srgbClr val="1A698A"/>
      </a:dk2>
      <a:lt2>
        <a:srgbClr val="FFFEFE"/>
      </a:lt2>
      <a:accent1>
        <a:srgbClr val="196E78"/>
      </a:accent1>
      <a:accent2>
        <a:srgbClr val="911B21"/>
      </a:accent2>
      <a:accent3>
        <a:srgbClr val="73653A"/>
      </a:accent3>
      <a:accent4>
        <a:srgbClr val="15344A"/>
      </a:accent4>
      <a:accent5>
        <a:srgbClr val="5A6F80"/>
      </a:accent5>
      <a:accent6>
        <a:srgbClr val="404140"/>
      </a:accent6>
      <a:hlink>
        <a:srgbClr val="1A698A"/>
      </a:hlink>
      <a:folHlink>
        <a:srgbClr val="4F3B58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cDaniel Template.potx" id="{8E76EF56-B169-4DEB-A839-EE78097C8B96}" vid="{ADB653A1-22A9-4BD0-B2B5-00B2E53CA889}"/>
    </a:ext>
  </a:extLst>
</a:theme>
</file>

<file path=ppt/theme/theme2.xml><?xml version="1.0" encoding="utf-8"?>
<a:theme xmlns:a="http://schemas.openxmlformats.org/drawingml/2006/main" name="Chapter Outline">
  <a:themeElements>
    <a:clrScheme name="Standard Design">
      <a:dk1>
        <a:srgbClr val="000000"/>
      </a:dk1>
      <a:lt1>
        <a:srgbClr val="FFFFFF"/>
      </a:lt1>
      <a:dk2>
        <a:srgbClr val="1A698A"/>
      </a:dk2>
      <a:lt2>
        <a:srgbClr val="FFFEFE"/>
      </a:lt2>
      <a:accent1>
        <a:srgbClr val="196E78"/>
      </a:accent1>
      <a:accent2>
        <a:srgbClr val="911B21"/>
      </a:accent2>
      <a:accent3>
        <a:srgbClr val="73653A"/>
      </a:accent3>
      <a:accent4>
        <a:srgbClr val="15344A"/>
      </a:accent4>
      <a:accent5>
        <a:srgbClr val="5A6F80"/>
      </a:accent5>
      <a:accent6>
        <a:srgbClr val="404140"/>
      </a:accent6>
      <a:hlink>
        <a:srgbClr val="1A698A"/>
      </a:hlink>
      <a:folHlink>
        <a:srgbClr val="4F3B58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cDaniel Template.potx" id="{8E76EF56-B169-4DEB-A839-EE78097C8B96}" vid="{25467C8E-E53C-4AD9-A914-F685BED9852C}"/>
    </a:ext>
  </a:extLst>
</a:theme>
</file>

<file path=ppt/theme/theme3.xml><?xml version="1.0" encoding="utf-8"?>
<a:theme xmlns:a="http://schemas.openxmlformats.org/drawingml/2006/main" name="Learning Objectives">
  <a:themeElements>
    <a:clrScheme name="Standard Design">
      <a:dk1>
        <a:srgbClr val="000000"/>
      </a:dk1>
      <a:lt1>
        <a:srgbClr val="FFFFFF"/>
      </a:lt1>
      <a:dk2>
        <a:srgbClr val="1A698A"/>
      </a:dk2>
      <a:lt2>
        <a:srgbClr val="FFFEFE"/>
      </a:lt2>
      <a:accent1>
        <a:srgbClr val="196E78"/>
      </a:accent1>
      <a:accent2>
        <a:srgbClr val="911B21"/>
      </a:accent2>
      <a:accent3>
        <a:srgbClr val="73653A"/>
      </a:accent3>
      <a:accent4>
        <a:srgbClr val="15344A"/>
      </a:accent4>
      <a:accent5>
        <a:srgbClr val="5A6F80"/>
      </a:accent5>
      <a:accent6>
        <a:srgbClr val="404140"/>
      </a:accent6>
      <a:hlink>
        <a:srgbClr val="1A698A"/>
      </a:hlink>
      <a:folHlink>
        <a:srgbClr val="4F3B58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cDaniel Template.potx" id="{8E76EF56-B169-4DEB-A839-EE78097C8B96}" vid="{C895C9AC-D919-427F-9B86-94C36E44A5AC}"/>
    </a:ext>
  </a:extLst>
</a:theme>
</file>

<file path=ppt/theme/theme4.xml><?xml version="1.0" encoding="utf-8"?>
<a:theme xmlns:a="http://schemas.openxmlformats.org/drawingml/2006/main" name="Concept Check Question">
  <a:themeElements>
    <a:clrScheme name="Standard Design">
      <a:dk1>
        <a:srgbClr val="000000"/>
      </a:dk1>
      <a:lt1>
        <a:srgbClr val="FFFFFF"/>
      </a:lt1>
      <a:dk2>
        <a:srgbClr val="1A698A"/>
      </a:dk2>
      <a:lt2>
        <a:srgbClr val="FFFEFE"/>
      </a:lt2>
      <a:accent1>
        <a:srgbClr val="196E78"/>
      </a:accent1>
      <a:accent2>
        <a:srgbClr val="911B21"/>
      </a:accent2>
      <a:accent3>
        <a:srgbClr val="73653A"/>
      </a:accent3>
      <a:accent4>
        <a:srgbClr val="15344A"/>
      </a:accent4>
      <a:accent5>
        <a:srgbClr val="5A6F80"/>
      </a:accent5>
      <a:accent6>
        <a:srgbClr val="404140"/>
      </a:accent6>
      <a:hlink>
        <a:srgbClr val="1A698A"/>
      </a:hlink>
      <a:folHlink>
        <a:srgbClr val="4F3B58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cDaniel Template.potx" id="{8E76EF56-B169-4DEB-A839-EE78097C8B96}" vid="{CDF06AF5-28F1-4349-ABBF-0F854C7FF2AB}"/>
    </a:ext>
  </a:extLst>
</a:theme>
</file>

<file path=ppt/theme/theme5.xml><?xml version="1.0" encoding="utf-8"?>
<a:theme xmlns:a="http://schemas.openxmlformats.org/drawingml/2006/main" name="Key Term">
  <a:themeElements>
    <a:clrScheme name="Standard Design">
      <a:dk1>
        <a:srgbClr val="000000"/>
      </a:dk1>
      <a:lt1>
        <a:srgbClr val="FFFFFF"/>
      </a:lt1>
      <a:dk2>
        <a:srgbClr val="1A698A"/>
      </a:dk2>
      <a:lt2>
        <a:srgbClr val="FFFEFE"/>
      </a:lt2>
      <a:accent1>
        <a:srgbClr val="196E78"/>
      </a:accent1>
      <a:accent2>
        <a:srgbClr val="911B21"/>
      </a:accent2>
      <a:accent3>
        <a:srgbClr val="73653A"/>
      </a:accent3>
      <a:accent4>
        <a:srgbClr val="15344A"/>
      </a:accent4>
      <a:accent5>
        <a:srgbClr val="5A6F80"/>
      </a:accent5>
      <a:accent6>
        <a:srgbClr val="404140"/>
      </a:accent6>
      <a:hlink>
        <a:srgbClr val="1A698A"/>
      </a:hlink>
      <a:folHlink>
        <a:srgbClr val="4F3B58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cDaniel Template.potx" id="{8E76EF56-B169-4DEB-A839-EE78097C8B96}" vid="{DCC268CD-8C3E-414C-B079-8C7CF400294A}"/>
    </a:ext>
  </a:extLst>
</a:theme>
</file>

<file path=ppt/theme/theme6.xml><?xml version="1.0" encoding="utf-8"?>
<a:theme xmlns:a="http://schemas.openxmlformats.org/drawingml/2006/main" name="Section">
  <a:themeElements>
    <a:clrScheme name="Standard Design">
      <a:dk1>
        <a:srgbClr val="000000"/>
      </a:dk1>
      <a:lt1>
        <a:srgbClr val="FFFFFF"/>
      </a:lt1>
      <a:dk2>
        <a:srgbClr val="1A698A"/>
      </a:dk2>
      <a:lt2>
        <a:srgbClr val="FFFEFE"/>
      </a:lt2>
      <a:accent1>
        <a:srgbClr val="196E78"/>
      </a:accent1>
      <a:accent2>
        <a:srgbClr val="911B21"/>
      </a:accent2>
      <a:accent3>
        <a:srgbClr val="73653A"/>
      </a:accent3>
      <a:accent4>
        <a:srgbClr val="15344A"/>
      </a:accent4>
      <a:accent5>
        <a:srgbClr val="5A6F80"/>
      </a:accent5>
      <a:accent6>
        <a:srgbClr val="404140"/>
      </a:accent6>
      <a:hlink>
        <a:srgbClr val="1A698A"/>
      </a:hlink>
      <a:folHlink>
        <a:srgbClr val="4F3B58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cDaniel Template.potx" id="{8E76EF56-B169-4DEB-A839-EE78097C8B96}" vid="{1E4FF330-8D2F-4F8D-BD47-17DD76922698}"/>
    </a:ext>
  </a:extLst>
</a:theme>
</file>

<file path=ppt/theme/theme7.xml><?xml version="1.0" encoding="utf-8"?>
<a:theme xmlns:a="http://schemas.openxmlformats.org/drawingml/2006/main" name="Image Slide Master">
  <a:themeElements>
    <a:clrScheme name="Standard Design">
      <a:dk1>
        <a:srgbClr val="000000"/>
      </a:dk1>
      <a:lt1>
        <a:srgbClr val="FFFFFF"/>
      </a:lt1>
      <a:dk2>
        <a:srgbClr val="1A698A"/>
      </a:dk2>
      <a:lt2>
        <a:srgbClr val="FFFEFE"/>
      </a:lt2>
      <a:accent1>
        <a:srgbClr val="196E78"/>
      </a:accent1>
      <a:accent2>
        <a:srgbClr val="911B21"/>
      </a:accent2>
      <a:accent3>
        <a:srgbClr val="73653A"/>
      </a:accent3>
      <a:accent4>
        <a:srgbClr val="15344A"/>
      </a:accent4>
      <a:accent5>
        <a:srgbClr val="5A6F80"/>
      </a:accent5>
      <a:accent6>
        <a:srgbClr val="404140"/>
      </a:accent6>
      <a:hlink>
        <a:srgbClr val="1A698A"/>
      </a:hlink>
      <a:folHlink>
        <a:srgbClr val="4F3B58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cDaniel Template.potx" id="{8E76EF56-B169-4DEB-A839-EE78097C8B96}" vid="{9997BA5C-0A08-467C-973F-4C065CD0136E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FFC5FF765D7D64998B8A00072F6BAD5" ma:contentTypeVersion="15" ma:contentTypeDescription="Create a new document." ma:contentTypeScope="" ma:versionID="7dc141ca22241caa5807500f3576adfb">
  <xsd:schema xmlns:xsd="http://www.w3.org/2001/XMLSchema" xmlns:xs="http://www.w3.org/2001/XMLSchema" xmlns:p="http://schemas.microsoft.com/office/2006/metadata/properties" xmlns:ns1="http://schemas.microsoft.com/sharepoint/v3" xmlns:ns3="3acb1e6a-c770-49d5-a476-585c8d9f4762" xmlns:ns4="2849ce5b-a999-43ca-9b4e-9342bc28e78e" targetNamespace="http://schemas.microsoft.com/office/2006/metadata/properties" ma:root="true" ma:fieldsID="8f0ef06240b3429aa59a01c4d08c16e4" ns1:_="" ns3:_="" ns4:_="">
    <xsd:import namespace="http://schemas.microsoft.com/sharepoint/v3"/>
    <xsd:import namespace="3acb1e6a-c770-49d5-a476-585c8d9f4762"/>
    <xsd:import namespace="2849ce5b-a999-43ca-9b4e-9342bc28e78e"/>
    <xsd:element name="properties">
      <xsd:complexType>
        <xsd:sequence>
          <xsd:element name="documentManagement">
            <xsd:complexType>
              <xsd:all>
                <xsd:element ref="ns1:_ip_UnifiedCompliancePolicyProperties" minOccurs="0"/>
                <xsd:element ref="ns1:_ip_UnifiedCompliancePolicyUIAction" minOccurs="0"/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OCR" minOccurs="0"/>
                <xsd:element ref="ns4:MediaServiceDateTaken" minOccurs="0"/>
                <xsd:element ref="ns4:MediaServiceLocation" minOccurs="0"/>
                <xsd:element ref="ns4:MediaServiceGenerationTime" minOccurs="0"/>
                <xsd:element ref="ns4:MediaServiceEventHashCode" minOccurs="0"/>
                <xsd:element ref="ns4:MediaServiceAutoKeyPoints" minOccurs="0"/>
                <xsd:element ref="ns4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8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9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acb1e6a-c770-49d5-a476-585c8d9f476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849ce5b-a999-43ca-9b4e-9342bc28e78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3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4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2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3acb1e6a-c770-49d5-a476-585c8d9f4762">
      <UserInfo>
        <DisplayName>McGinniss, Allison</DisplayName>
        <AccountId>4797</AccountId>
        <AccountType/>
      </UserInfo>
      <UserInfo>
        <DisplayName>Boylan, Jon</DisplayName>
        <AccountId>3791</AccountId>
        <AccountType/>
      </UserInfo>
      <UserInfo>
        <DisplayName>Swinford, Christin - Indianapolis</DisplayName>
        <AccountId>2742</AccountId>
        <AccountType/>
      </UserInfo>
      <UserInfo>
        <DisplayName>Davis, Kathy</DisplayName>
        <AccountId>3885</AccountId>
        <AccountType/>
      </UserInfo>
      <UserInfo>
        <DisplayName>Trent, Michael</DisplayName>
        <AccountId>3890</AccountId>
        <AccountType/>
      </UserInfo>
    </SharedWithUsers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8DECD1DE-F5AD-4A6B-99F8-E38245CC2DE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74E8EDE-B712-4183-997A-9529F0F6D88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3acb1e6a-c770-49d5-a476-585c8d9f4762"/>
    <ds:schemaRef ds:uri="2849ce5b-a999-43ca-9b4e-9342bc28e78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5EFD79E-06AF-4973-A733-BC27ECAABB1B}">
  <ds:schemaRefs>
    <ds:schemaRef ds:uri="3acb1e6a-c770-49d5-a476-585c8d9f4762"/>
    <ds:schemaRef ds:uri="http://schemas.microsoft.com/office/2006/metadata/properties"/>
    <ds:schemaRef ds:uri="http://purl.org/dc/elements/1.1/"/>
    <ds:schemaRef ds:uri="http://schemas.microsoft.com/sharepoint/v3"/>
    <ds:schemaRef ds:uri="http://schemas.microsoft.com/office/2006/documentManagement/types"/>
    <ds:schemaRef ds:uri="http://schemas.microsoft.com/office/infopath/2007/PartnerControls"/>
    <ds:schemaRef ds:uri="http://purl.org/dc/terms/"/>
    <ds:schemaRef ds:uri="http://www.w3.org/XML/1998/namespace"/>
    <ds:schemaRef ds:uri="http://purl.org/dc/dcmitype/"/>
    <ds:schemaRef ds:uri="http://schemas.openxmlformats.org/package/2006/metadata/core-properties"/>
    <ds:schemaRef ds:uri="2849ce5b-a999-43ca-9b4e-9342bc28e78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McDaniel Template</Template>
  <TotalTime>333</TotalTime>
  <Words>3345</Words>
  <Application>Microsoft Macintosh PowerPoint</Application>
  <PresentationFormat>Widescreen</PresentationFormat>
  <Paragraphs>477</Paragraphs>
  <Slides>55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7</vt:i4>
      </vt:variant>
      <vt:variant>
        <vt:lpstr>Slide Titles</vt:lpstr>
      </vt:variant>
      <vt:variant>
        <vt:i4>55</vt:i4>
      </vt:variant>
    </vt:vector>
  </HeadingPairs>
  <TitlesOfParts>
    <vt:vector size="69" baseType="lpstr">
      <vt:lpstr>TimesLTStd-Roman</vt:lpstr>
      <vt:lpstr>Aptos</vt:lpstr>
      <vt:lpstr>Arial</vt:lpstr>
      <vt:lpstr>Calibri</vt:lpstr>
      <vt:lpstr>Calibri Light</vt:lpstr>
      <vt:lpstr>Courier New</vt:lpstr>
      <vt:lpstr>Source Sans Pro</vt:lpstr>
      <vt:lpstr>Opener</vt:lpstr>
      <vt:lpstr>Chapter Outline</vt:lpstr>
      <vt:lpstr>Learning Objectives</vt:lpstr>
      <vt:lpstr>Concept Check Question</vt:lpstr>
      <vt:lpstr>Key Term</vt:lpstr>
      <vt:lpstr>Section</vt:lpstr>
      <vt:lpstr>Image Slide Master</vt:lpstr>
      <vt:lpstr>System Analysis and Design</vt:lpstr>
      <vt:lpstr>Objectives</vt:lpstr>
      <vt:lpstr>Introduction</vt:lpstr>
      <vt:lpstr>Project Selection</vt:lpstr>
      <vt:lpstr>Ways to Classify Projects</vt:lpstr>
      <vt:lpstr>Project Selection Issues </vt:lpstr>
      <vt:lpstr>Creating the Project Plan</vt:lpstr>
      <vt:lpstr>Project Methodology Options</vt:lpstr>
      <vt:lpstr>Project Characteristics that will Affect the Methodology Selection Decision</vt:lpstr>
      <vt:lpstr>Waterfall Development</vt:lpstr>
      <vt:lpstr>Waterfall Methodology Assessment</vt:lpstr>
      <vt:lpstr>Several Important Variants of Waterfall Development</vt:lpstr>
      <vt:lpstr>Parallel Development Methodology</vt:lpstr>
      <vt:lpstr>Parallel Methodology Assessment</vt:lpstr>
      <vt:lpstr>V-Model Development Methodology</vt:lpstr>
      <vt:lpstr>V-Model Methodology Assessment</vt:lpstr>
      <vt:lpstr>Rapid Application Development (RAD)</vt:lpstr>
      <vt:lpstr>Three R A D Approaches</vt:lpstr>
      <vt:lpstr>Iterative Development Methodology</vt:lpstr>
      <vt:lpstr>Iterative Development Methodology Assessment</vt:lpstr>
      <vt:lpstr>System Prototyping Development Methodology</vt:lpstr>
      <vt:lpstr>System Prototyping Methodology Assessment</vt:lpstr>
      <vt:lpstr>Throwaway Prototyping Development Methodology</vt:lpstr>
      <vt:lpstr>Throwaway Prototyping Methodology Assessment</vt:lpstr>
      <vt:lpstr>Agile Development Methodology</vt:lpstr>
      <vt:lpstr>Agile Methodologies Assessment</vt:lpstr>
      <vt:lpstr>Agile Versus Waterfall-Based Methodologies</vt:lpstr>
      <vt:lpstr>Criteria for Selecting a Methodology</vt:lpstr>
      <vt:lpstr>Staffing Plan</vt:lpstr>
      <vt:lpstr>Staffing Considerations</vt:lpstr>
      <vt:lpstr>Increasing Complexity with Larger Teams</vt:lpstr>
      <vt:lpstr>Possible Reporting Structure</vt:lpstr>
      <vt:lpstr>Motivation</vt:lpstr>
      <vt:lpstr>Motivational Don’ts</vt:lpstr>
      <vt:lpstr>Handling Conflict</vt:lpstr>
      <vt:lpstr>Conflict Avoidance Strategies</vt:lpstr>
      <vt:lpstr>Coordinating Project Activities</vt:lpstr>
      <vt:lpstr>Computer- Aided Software Engineering Tools</vt:lpstr>
      <vt:lpstr>CASE Benefits and Drawbacks</vt:lpstr>
      <vt:lpstr>CASE Repository</vt:lpstr>
      <vt:lpstr>Standards</vt:lpstr>
      <vt:lpstr>A Sampling of Project Standards</vt:lpstr>
      <vt:lpstr>A Sampling of Project Standards Continued</vt:lpstr>
      <vt:lpstr>Documentation</vt:lpstr>
      <vt:lpstr>Managing and Controlling the Project</vt:lpstr>
      <vt:lpstr>Refining Estimates</vt:lpstr>
      <vt:lpstr>Project Estimates Require Refinement</vt:lpstr>
      <vt:lpstr>Managing Scope</vt:lpstr>
      <vt:lpstr>Timeboxing</vt:lpstr>
      <vt:lpstr>Steps for Timeboxing</vt:lpstr>
      <vt:lpstr>Managing Risk</vt:lpstr>
      <vt:lpstr>Chapter Review</vt:lpstr>
      <vt:lpstr>Chapter Review Continued</vt:lpstr>
      <vt:lpstr>Chapter Review Continued</vt:lpstr>
      <vt:lpstr>Key Terms</vt:lpstr>
    </vt:vector>
  </TitlesOfParts>
  <Manager>Judy Howarth</Manager>
  <Company>John Wiley and Sons,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2: Project Selection and Management</dc:title>
  <dc:subject>System Analysis and Design 8E</dc:subject>
  <dc:creator>Ronny Richardson</dc:creator>
  <cp:keywords>Business</cp:keywords>
  <dc:description>This file was created by:_x000d_
_x000d_
Dr. Ronny Richardson_x000d_
Professor of Operations Management_x000d_
Coles College of Business_x000d_
Kennesaw State University_x000d_
_x000d_
DrRonnyRichardson@gmail.com</dc:description>
  <cp:lastModifiedBy>M18168</cp:lastModifiedBy>
  <cp:revision>48</cp:revision>
  <cp:lastPrinted>2017-04-26T13:25:47Z</cp:lastPrinted>
  <dcterms:created xsi:type="dcterms:W3CDTF">2021-04-29T19:32:45Z</dcterms:created>
  <dcterms:modified xsi:type="dcterms:W3CDTF">2025-06-21T06:39:14Z</dcterms:modified>
  <cp:category>PowerPoint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0x0101006FFC5FF765D7D64998B8A00072F6BAD5</vt:lpwstr>
  </property>
</Properties>
</file>